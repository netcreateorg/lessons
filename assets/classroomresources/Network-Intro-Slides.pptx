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 id="2147483686" r:id="rId2"/>
  </p:sldMasterIdLst>
  <p:notesMasterIdLst>
    <p:notesMasterId r:id="rId11"/>
  </p:notesMasterIdLst>
  <p:sldIdLst>
    <p:sldId id="262" r:id="rId3"/>
    <p:sldId id="263" r:id="rId4"/>
    <p:sldId id="264" r:id="rId5"/>
    <p:sldId id="265" r:id="rId6"/>
    <p:sldId id="266" r:id="rId7"/>
    <p:sldId id="267" r:id="rId8"/>
    <p:sldId id="268" r:id="rId9"/>
    <p:sldId id="269" r:id="rId10"/>
  </p:sldIdLst>
  <p:sldSz cx="9144000" cy="5143500" type="screen16x9"/>
  <p:notesSz cx="6858000" cy="9144000"/>
  <p:embeddedFontLst>
    <p:embeddedFont>
      <p:font typeface="Libre Franklin Black" pitchFamily="2" charset="77"/>
      <p:bold r:id="rId12"/>
      <p:italic r:id="rId13"/>
      <p:boldItalic r:id="rId14"/>
    </p:embeddedFont>
    <p:embeddedFont>
      <p:font typeface="Libre Franklin Medium" pitchFamily="2" charset="77"/>
      <p:regular r:id="rId15"/>
      <p:bold r:id="rId16"/>
      <p:italic r:id="rId17"/>
      <p:boldItalic r:id="rId18"/>
    </p:embeddedFont>
    <p:embeddedFont>
      <p:font typeface="Open Sans" panose="020B0606030504020204" pitchFamily="34" charset="0"/>
      <p:regular r:id="rId19"/>
      <p:bold r:id="rId20"/>
      <p:italic r:id="rId21"/>
      <p:boldItalic r:id="rId22"/>
    </p:embeddedFont>
    <p:embeddedFont>
      <p:font typeface="Open Sans Medium" pitchFamily="2" charset="0"/>
      <p:regular r:id="rId23"/>
      <p:bold r:id="rId24"/>
      <p:italic r:id="rId25"/>
      <p:boldItalic r:id="rId26"/>
    </p:embeddedFont>
    <p:embeddedFont>
      <p:font typeface="Podkova ExtraBold" pitchFamily="2" charset="77"/>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1.xml"/><Relationship Id="rId21"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8.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google.com/presentation/d/1Hp57FTnt9-XvN-hifw4rc433zZJmp65pi5ivnsAm9LA/edit?usp=drive_link"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eb0f1f06c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eb0f1f06c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Kalani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e7eb2965ed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2e7eb2965ed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Kalani</a:t>
            </a:r>
            <a:endParaRPr/>
          </a:p>
        </p:txBody>
      </p:sp>
      <p:sp>
        <p:nvSpPr>
          <p:cNvPr id="302" name="Google Shape;302;g2e7eb2965ed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e7eb2965ed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g2e7eb2965ed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Kalani</a:t>
            </a:r>
            <a:endParaRPr/>
          </a:p>
        </p:txBody>
      </p:sp>
      <p:sp>
        <p:nvSpPr>
          <p:cNvPr id="333" name="Google Shape;333;g2e7eb2965ed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e7eb2965ed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2e7eb2965ed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400">
                <a:solidFill>
                  <a:srgbClr val="FF0000"/>
                </a:solidFill>
                <a:latin typeface="Calibri"/>
                <a:ea typeface="Calibri"/>
                <a:cs typeface="Calibri"/>
                <a:sym typeface="Calibri"/>
              </a:rPr>
              <a:t>Show filtering, tables, sorting to help wayfind</a:t>
            </a:r>
            <a:endParaRPr sz="140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400">
                <a:solidFill>
                  <a:srgbClr val="FF0000"/>
                </a:solidFill>
                <a:latin typeface="Calibri"/>
                <a:ea typeface="Calibri"/>
                <a:cs typeface="Calibri"/>
                <a:sym typeface="Calibri"/>
              </a:rPr>
              <a:t>Maybe highlighting similar to the prior set to show how you see influencers, etc in this network and how you know? - JD</a:t>
            </a:r>
            <a:endParaRPr sz="1400">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400">
              <a:solidFill>
                <a:srgbClr val="FF0000"/>
              </a:solidFill>
              <a:latin typeface="Calibri"/>
              <a:ea typeface="Calibri"/>
              <a:cs typeface="Calibri"/>
              <a:sym typeface="Calibri"/>
            </a:endParaRPr>
          </a:p>
        </p:txBody>
      </p:sp>
      <p:sp>
        <p:nvSpPr>
          <p:cNvPr id="344" name="Google Shape;344;g2e7eb2965ed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e7eb2965ed_0_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e7eb2965ed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Kalani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988fcc55c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988fcc55c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Kalani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6b72338686_2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6b72338686_2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Kyle first, Autumn and Kalani popping in as necessary</a:t>
            </a:r>
            <a:endParaRPr/>
          </a:p>
          <a:p>
            <a:pPr marL="0" lvl="0" indent="0" algn="l" rtl="0">
              <a:spcBef>
                <a:spcPts val="0"/>
              </a:spcBef>
              <a:spcAft>
                <a:spcPts val="0"/>
              </a:spcAft>
              <a:buNone/>
            </a:pPr>
            <a:r>
              <a:rPr lang="en" u="sng">
                <a:solidFill>
                  <a:schemeClr val="hlink"/>
                </a:solidFill>
                <a:hlinkClick r:id="rId3"/>
              </a:rPr>
              <a:t>Good Data Questions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9b526e6581_3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9b526e6581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Kalani</a:t>
            </a: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lvl="0" algn="l" rtl="0">
              <a:lnSpc>
                <a:spcPct val="80000"/>
              </a:lnSpc>
              <a:spcBef>
                <a:spcPts val="0"/>
              </a:spcBef>
              <a:spcAft>
                <a:spcPts val="0"/>
              </a:spcAft>
              <a:buClr>
                <a:srgbClr val="4A98D0"/>
              </a:buClr>
              <a:buSzPts val="1800"/>
              <a:buNone/>
              <a:defRPr>
                <a:solidFill>
                  <a:srgbClr val="4A98D0"/>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7" name="Google Shape;17;p3"/>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8" name="Google Shape;18;p3"/>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a:spLocks noGrp="1"/>
          </p:cNvSpPr>
          <p:nvPr>
            <p:ph type="body" idx="1"/>
          </p:nvPr>
        </p:nvSpPr>
        <p:spPr>
          <a:xfrm>
            <a:off x="453875" y="852450"/>
            <a:ext cx="8229600" cy="37800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pic>
        <p:nvPicPr>
          <p:cNvPr id="20" name="Google Shape;20;p3"/>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21" name="Google Shape;21;p3"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with logo">
  <p:cSld name="BLANK_1">
    <p:spTree>
      <p:nvGrpSpPr>
        <p:cNvPr id="1" name="Shape 23"/>
        <p:cNvGrpSpPr/>
        <p:nvPr/>
      </p:nvGrpSpPr>
      <p:grpSpPr>
        <a:xfrm>
          <a:off x="0" y="0"/>
          <a:ext cx="0" cy="0"/>
          <a:chOff x="0" y="0"/>
          <a:chExt cx="0" cy="0"/>
        </a:xfrm>
      </p:grpSpPr>
      <p:pic>
        <p:nvPicPr>
          <p:cNvPr id="24" name="Google Shape;24;p5"/>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25" name="Google Shape;25;p5"/>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 name="Google Shape;26;p5"/>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27" name="Google Shape;27;p5"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Blue Header" type="secHead">
  <p:cSld name="SECTION_HEADER">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57200" y="1143000"/>
            <a:ext cx="8229600" cy="1428900"/>
          </a:xfrm>
          <a:prstGeom prst="rect">
            <a:avLst/>
          </a:prstGeom>
          <a:noFill/>
          <a:ln>
            <a:noFill/>
          </a:ln>
        </p:spPr>
        <p:txBody>
          <a:bodyPr spcFirstLastPara="1" wrap="square" lIns="0" tIns="0" rIns="0" bIns="45700" anchor="b" anchorCtr="0">
            <a:noAutofit/>
          </a:bodyPr>
          <a:lstStyle>
            <a:lvl1pPr lvl="0" algn="l" rtl="0">
              <a:lnSpc>
                <a:spcPct val="90000"/>
              </a:lnSpc>
              <a:spcBef>
                <a:spcPts val="0"/>
              </a:spcBef>
              <a:spcAft>
                <a:spcPts val="0"/>
              </a:spcAft>
              <a:buSzPts val="3600"/>
              <a:buFont typeface="Calibri"/>
              <a:buNone/>
              <a:defRPr sz="3600"/>
            </a:lvl1pPr>
            <a:lvl2pPr lvl="1" algn="l" rtl="0">
              <a:lnSpc>
                <a:spcPct val="100000"/>
              </a:lnSpc>
              <a:spcBef>
                <a:spcPts val="0"/>
              </a:spcBef>
              <a:spcAft>
                <a:spcPts val="0"/>
              </a:spcAft>
              <a:buClr>
                <a:schemeClr val="accent1"/>
              </a:buClr>
              <a:buSzPts val="1400"/>
              <a:buNone/>
              <a:defRPr>
                <a:solidFill>
                  <a:schemeClr val="accent1"/>
                </a:solidFill>
              </a:defRPr>
            </a:lvl2pPr>
            <a:lvl3pPr lvl="2" algn="l" rtl="0">
              <a:lnSpc>
                <a:spcPct val="100000"/>
              </a:lnSpc>
              <a:spcBef>
                <a:spcPts val="0"/>
              </a:spcBef>
              <a:spcAft>
                <a:spcPts val="0"/>
              </a:spcAft>
              <a:buClr>
                <a:schemeClr val="accent1"/>
              </a:buClr>
              <a:buSzPts val="1400"/>
              <a:buNone/>
              <a:defRPr>
                <a:solidFill>
                  <a:schemeClr val="accent1"/>
                </a:solidFill>
              </a:defRPr>
            </a:lvl3pPr>
            <a:lvl4pPr lvl="3" algn="l" rtl="0">
              <a:lnSpc>
                <a:spcPct val="100000"/>
              </a:lnSpc>
              <a:spcBef>
                <a:spcPts val="0"/>
              </a:spcBef>
              <a:spcAft>
                <a:spcPts val="0"/>
              </a:spcAft>
              <a:buClr>
                <a:schemeClr val="accent1"/>
              </a:buClr>
              <a:buSzPts val="1400"/>
              <a:buNone/>
              <a:defRPr>
                <a:solidFill>
                  <a:schemeClr val="accent1"/>
                </a:solidFill>
              </a:defRPr>
            </a:lvl4pPr>
            <a:lvl5pPr lvl="4" algn="l" rtl="0">
              <a:lnSpc>
                <a:spcPct val="100000"/>
              </a:lnSpc>
              <a:spcBef>
                <a:spcPts val="0"/>
              </a:spcBef>
              <a:spcAft>
                <a:spcPts val="0"/>
              </a:spcAft>
              <a:buClr>
                <a:schemeClr val="accent1"/>
              </a:buClr>
              <a:buSzPts val="1400"/>
              <a:buNone/>
              <a:defRPr>
                <a:solidFill>
                  <a:schemeClr val="accent1"/>
                </a:solidFill>
              </a:defRPr>
            </a:lvl5pPr>
            <a:lvl6pPr lvl="5" algn="l" rtl="0">
              <a:lnSpc>
                <a:spcPct val="100000"/>
              </a:lnSpc>
              <a:spcBef>
                <a:spcPts val="0"/>
              </a:spcBef>
              <a:spcAft>
                <a:spcPts val="0"/>
              </a:spcAft>
              <a:buClr>
                <a:schemeClr val="accent1"/>
              </a:buClr>
              <a:buSzPts val="1400"/>
              <a:buNone/>
              <a:defRPr>
                <a:solidFill>
                  <a:schemeClr val="accent1"/>
                </a:solidFill>
              </a:defRPr>
            </a:lvl6pPr>
            <a:lvl7pPr lvl="6" algn="l" rtl="0">
              <a:lnSpc>
                <a:spcPct val="100000"/>
              </a:lnSpc>
              <a:spcBef>
                <a:spcPts val="0"/>
              </a:spcBef>
              <a:spcAft>
                <a:spcPts val="0"/>
              </a:spcAft>
              <a:buClr>
                <a:schemeClr val="accent1"/>
              </a:buClr>
              <a:buSzPts val="1400"/>
              <a:buNone/>
              <a:defRPr>
                <a:solidFill>
                  <a:schemeClr val="accent1"/>
                </a:solidFill>
              </a:defRPr>
            </a:lvl7pPr>
            <a:lvl8pPr lvl="7" algn="l" rtl="0">
              <a:lnSpc>
                <a:spcPct val="100000"/>
              </a:lnSpc>
              <a:spcBef>
                <a:spcPts val="0"/>
              </a:spcBef>
              <a:spcAft>
                <a:spcPts val="0"/>
              </a:spcAft>
              <a:buClr>
                <a:schemeClr val="accent1"/>
              </a:buClr>
              <a:buSzPts val="1400"/>
              <a:buNone/>
              <a:defRPr>
                <a:solidFill>
                  <a:schemeClr val="accent1"/>
                </a:solidFill>
              </a:defRPr>
            </a:lvl8pPr>
            <a:lvl9pPr lvl="8" algn="l"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30" name="Google Shape;30;p6"/>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dk1"/>
              </a:buClr>
              <a:buSzPts val="2200"/>
              <a:buNone/>
              <a:defRPr sz="2200"/>
            </a:lvl1pPr>
            <a:lvl2pPr lvl="1" rtl="0">
              <a:lnSpc>
                <a:spcPct val="90000"/>
              </a:lnSpc>
              <a:spcBef>
                <a:spcPts val="375"/>
              </a:spcBef>
              <a:spcAft>
                <a:spcPts val="0"/>
              </a:spcAft>
              <a:buClr>
                <a:schemeClr val="dk1"/>
              </a:buClr>
              <a:buSzPts val="1500"/>
              <a:buNone/>
              <a:defRPr sz="1500"/>
            </a:lvl2pPr>
            <a:lvl3pPr lvl="2" rtl="0">
              <a:lnSpc>
                <a:spcPct val="90000"/>
              </a:lnSpc>
              <a:spcBef>
                <a:spcPts val="375"/>
              </a:spcBef>
              <a:spcAft>
                <a:spcPts val="0"/>
              </a:spcAft>
              <a:buClr>
                <a:schemeClr val="dk1"/>
              </a:buClr>
              <a:buSzPts val="1350"/>
              <a:buNone/>
              <a:defRPr sz="1350"/>
            </a:lvl3pPr>
            <a:lvl4pPr lvl="3" rtl="0">
              <a:lnSpc>
                <a:spcPct val="90000"/>
              </a:lnSpc>
              <a:spcBef>
                <a:spcPts val="375"/>
              </a:spcBef>
              <a:spcAft>
                <a:spcPts val="0"/>
              </a:spcAft>
              <a:buClr>
                <a:schemeClr val="dk1"/>
              </a:buClr>
              <a:buSzPts val="1200"/>
              <a:buNone/>
              <a:defRPr sz="1200"/>
            </a:lvl4pPr>
            <a:lvl5pPr lvl="4" rtl="0">
              <a:lnSpc>
                <a:spcPct val="90000"/>
              </a:lnSpc>
              <a:spcBef>
                <a:spcPts val="375"/>
              </a:spcBef>
              <a:spcAft>
                <a:spcPts val="0"/>
              </a:spcAft>
              <a:buClr>
                <a:schemeClr val="dk1"/>
              </a:buClr>
              <a:buSzPts val="1200"/>
              <a:buNone/>
              <a:defRPr sz="1200"/>
            </a:lvl5pPr>
            <a:lvl6pPr lvl="5" rtl="0">
              <a:lnSpc>
                <a:spcPct val="90000"/>
              </a:lnSpc>
              <a:spcBef>
                <a:spcPts val="375"/>
              </a:spcBef>
              <a:spcAft>
                <a:spcPts val="0"/>
              </a:spcAft>
              <a:buClr>
                <a:schemeClr val="dk1"/>
              </a:buClr>
              <a:buSzPts val="1200"/>
              <a:buNone/>
              <a:defRPr sz="1200"/>
            </a:lvl6pPr>
            <a:lvl7pPr lvl="6" rtl="0">
              <a:lnSpc>
                <a:spcPct val="90000"/>
              </a:lnSpc>
              <a:spcBef>
                <a:spcPts val="375"/>
              </a:spcBef>
              <a:spcAft>
                <a:spcPts val="0"/>
              </a:spcAft>
              <a:buClr>
                <a:schemeClr val="dk1"/>
              </a:buClr>
              <a:buSzPts val="1200"/>
              <a:buNone/>
              <a:defRPr sz="1200"/>
            </a:lvl7pPr>
            <a:lvl8pPr lvl="7" rtl="0">
              <a:lnSpc>
                <a:spcPct val="90000"/>
              </a:lnSpc>
              <a:spcBef>
                <a:spcPts val="375"/>
              </a:spcBef>
              <a:spcAft>
                <a:spcPts val="0"/>
              </a:spcAft>
              <a:buClr>
                <a:schemeClr val="dk1"/>
              </a:buClr>
              <a:buSzPts val="1200"/>
              <a:buNone/>
              <a:defRPr sz="1200"/>
            </a:lvl8pPr>
            <a:lvl9pPr lvl="8" rtl="0">
              <a:lnSpc>
                <a:spcPct val="90000"/>
              </a:lnSpc>
              <a:spcBef>
                <a:spcPts val="375"/>
              </a:spcBef>
              <a:spcAft>
                <a:spcPts val="0"/>
              </a:spcAft>
              <a:buClr>
                <a:schemeClr val="dk1"/>
              </a:buClr>
              <a:buSzPts val="1200"/>
              <a:buNone/>
              <a:defRPr sz="1200"/>
            </a:lvl9pPr>
          </a:lstStyle>
          <a:p>
            <a:endParaRPr/>
          </a:p>
        </p:txBody>
      </p:sp>
      <p:pic>
        <p:nvPicPr>
          <p:cNvPr id="31" name="Google Shape;31;p6"/>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32" name="Google Shape;32;p6"/>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6"/>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34" name="Google Shape;34;p6"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Orange Header">
  <p:cSld name="SECTION_HEADER_2">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57200" y="1143000"/>
            <a:ext cx="8229600" cy="1428900"/>
          </a:xfrm>
          <a:prstGeom prst="rect">
            <a:avLst/>
          </a:prstGeom>
          <a:noFill/>
          <a:ln>
            <a:noFill/>
          </a:ln>
        </p:spPr>
        <p:txBody>
          <a:bodyPr spcFirstLastPara="1" wrap="square" lIns="0" tIns="0" rIns="0" bIns="45700" anchor="b" anchorCtr="0">
            <a:noAutofit/>
          </a:bodyPr>
          <a:lstStyle>
            <a:lvl1pPr lvl="0" algn="l" rtl="0">
              <a:lnSpc>
                <a:spcPct val="90000"/>
              </a:lnSpc>
              <a:spcBef>
                <a:spcPts val="0"/>
              </a:spcBef>
              <a:spcAft>
                <a:spcPts val="0"/>
              </a:spcAft>
              <a:buClr>
                <a:schemeClr val="accent4"/>
              </a:buClr>
              <a:buSzPts val="3600"/>
              <a:buFont typeface="Calibri"/>
              <a:buNone/>
              <a:defRPr sz="3600">
                <a:solidFill>
                  <a:schemeClr val="accent4"/>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63" name="Google Shape;63;p10"/>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dk1"/>
              </a:buClr>
              <a:buSzPts val="2200"/>
              <a:buNone/>
              <a:defRPr sz="2200"/>
            </a:lvl1pPr>
            <a:lvl2pPr lvl="1" rtl="0">
              <a:lnSpc>
                <a:spcPct val="90000"/>
              </a:lnSpc>
              <a:spcBef>
                <a:spcPts val="375"/>
              </a:spcBef>
              <a:spcAft>
                <a:spcPts val="0"/>
              </a:spcAft>
              <a:buClr>
                <a:schemeClr val="dk1"/>
              </a:buClr>
              <a:buSzPts val="1500"/>
              <a:buNone/>
              <a:defRPr sz="1500"/>
            </a:lvl2pPr>
            <a:lvl3pPr lvl="2" rtl="0">
              <a:lnSpc>
                <a:spcPct val="90000"/>
              </a:lnSpc>
              <a:spcBef>
                <a:spcPts val="375"/>
              </a:spcBef>
              <a:spcAft>
                <a:spcPts val="0"/>
              </a:spcAft>
              <a:buClr>
                <a:schemeClr val="dk1"/>
              </a:buClr>
              <a:buSzPts val="1350"/>
              <a:buNone/>
              <a:defRPr sz="1350"/>
            </a:lvl3pPr>
            <a:lvl4pPr lvl="3" rtl="0">
              <a:lnSpc>
                <a:spcPct val="90000"/>
              </a:lnSpc>
              <a:spcBef>
                <a:spcPts val="375"/>
              </a:spcBef>
              <a:spcAft>
                <a:spcPts val="0"/>
              </a:spcAft>
              <a:buClr>
                <a:schemeClr val="dk1"/>
              </a:buClr>
              <a:buSzPts val="1200"/>
              <a:buNone/>
              <a:defRPr sz="1200"/>
            </a:lvl4pPr>
            <a:lvl5pPr lvl="4" rtl="0">
              <a:lnSpc>
                <a:spcPct val="90000"/>
              </a:lnSpc>
              <a:spcBef>
                <a:spcPts val="375"/>
              </a:spcBef>
              <a:spcAft>
                <a:spcPts val="0"/>
              </a:spcAft>
              <a:buClr>
                <a:schemeClr val="dk1"/>
              </a:buClr>
              <a:buSzPts val="1200"/>
              <a:buNone/>
              <a:defRPr sz="1200"/>
            </a:lvl5pPr>
            <a:lvl6pPr lvl="5" rtl="0">
              <a:lnSpc>
                <a:spcPct val="90000"/>
              </a:lnSpc>
              <a:spcBef>
                <a:spcPts val="375"/>
              </a:spcBef>
              <a:spcAft>
                <a:spcPts val="0"/>
              </a:spcAft>
              <a:buClr>
                <a:schemeClr val="dk1"/>
              </a:buClr>
              <a:buSzPts val="1200"/>
              <a:buNone/>
              <a:defRPr sz="1200"/>
            </a:lvl6pPr>
            <a:lvl7pPr lvl="6" rtl="0">
              <a:lnSpc>
                <a:spcPct val="90000"/>
              </a:lnSpc>
              <a:spcBef>
                <a:spcPts val="375"/>
              </a:spcBef>
              <a:spcAft>
                <a:spcPts val="0"/>
              </a:spcAft>
              <a:buClr>
                <a:schemeClr val="dk1"/>
              </a:buClr>
              <a:buSzPts val="1200"/>
              <a:buNone/>
              <a:defRPr sz="1200"/>
            </a:lvl7pPr>
            <a:lvl8pPr lvl="7" rtl="0">
              <a:lnSpc>
                <a:spcPct val="90000"/>
              </a:lnSpc>
              <a:spcBef>
                <a:spcPts val="375"/>
              </a:spcBef>
              <a:spcAft>
                <a:spcPts val="0"/>
              </a:spcAft>
              <a:buClr>
                <a:schemeClr val="dk1"/>
              </a:buClr>
              <a:buSzPts val="1200"/>
              <a:buNone/>
              <a:defRPr sz="1200"/>
            </a:lvl8pPr>
            <a:lvl9pPr lvl="8" rtl="0">
              <a:lnSpc>
                <a:spcPct val="90000"/>
              </a:lnSpc>
              <a:spcBef>
                <a:spcPts val="375"/>
              </a:spcBef>
              <a:spcAft>
                <a:spcPts val="0"/>
              </a:spcAft>
              <a:buClr>
                <a:schemeClr val="dk1"/>
              </a:buClr>
              <a:buSzPts val="1200"/>
              <a:buNone/>
              <a:defRPr sz="1200"/>
            </a:lvl9pPr>
          </a:lstStyle>
          <a:p>
            <a:endParaRPr/>
          </a:p>
        </p:txBody>
      </p:sp>
      <p:pic>
        <p:nvPicPr>
          <p:cNvPr id="64" name="Google Shape;64;p10"/>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65" name="Google Shape;65;p10"/>
          <p:cNvSpPr/>
          <p:nvPr/>
        </p:nvSpPr>
        <p:spPr>
          <a:xfrm>
            <a:off x="0" y="0"/>
            <a:ext cx="9144000" cy="62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10"/>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67" name="Google Shape;67;p10"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Green Header">
  <p:cSld name="SECTION_HEADER_2_1">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accent2"/>
              </a:buClr>
              <a:buSzPts val="3600"/>
              <a:buFont typeface="Calibri"/>
              <a:buNone/>
              <a:defRPr sz="3600">
                <a:solidFill>
                  <a:schemeClr val="accent2"/>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70" name="Google Shape;70;p11"/>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dk1"/>
              </a:buClr>
              <a:buSzPts val="2200"/>
              <a:buNone/>
              <a:defRPr sz="2200"/>
            </a:lvl1pPr>
            <a:lvl2pPr lvl="1" rtl="0">
              <a:lnSpc>
                <a:spcPct val="90000"/>
              </a:lnSpc>
              <a:spcBef>
                <a:spcPts val="375"/>
              </a:spcBef>
              <a:spcAft>
                <a:spcPts val="0"/>
              </a:spcAft>
              <a:buClr>
                <a:schemeClr val="dk1"/>
              </a:buClr>
              <a:buSzPts val="1500"/>
              <a:buNone/>
              <a:defRPr sz="1500"/>
            </a:lvl2pPr>
            <a:lvl3pPr lvl="2" rtl="0">
              <a:lnSpc>
                <a:spcPct val="90000"/>
              </a:lnSpc>
              <a:spcBef>
                <a:spcPts val="375"/>
              </a:spcBef>
              <a:spcAft>
                <a:spcPts val="0"/>
              </a:spcAft>
              <a:buClr>
                <a:schemeClr val="dk1"/>
              </a:buClr>
              <a:buSzPts val="1350"/>
              <a:buNone/>
              <a:defRPr sz="1350"/>
            </a:lvl3pPr>
            <a:lvl4pPr lvl="3" rtl="0">
              <a:lnSpc>
                <a:spcPct val="90000"/>
              </a:lnSpc>
              <a:spcBef>
                <a:spcPts val="375"/>
              </a:spcBef>
              <a:spcAft>
                <a:spcPts val="0"/>
              </a:spcAft>
              <a:buClr>
                <a:schemeClr val="dk1"/>
              </a:buClr>
              <a:buSzPts val="1200"/>
              <a:buNone/>
              <a:defRPr sz="1200"/>
            </a:lvl4pPr>
            <a:lvl5pPr lvl="4" rtl="0">
              <a:lnSpc>
                <a:spcPct val="90000"/>
              </a:lnSpc>
              <a:spcBef>
                <a:spcPts val="375"/>
              </a:spcBef>
              <a:spcAft>
                <a:spcPts val="0"/>
              </a:spcAft>
              <a:buClr>
                <a:schemeClr val="dk1"/>
              </a:buClr>
              <a:buSzPts val="1200"/>
              <a:buNone/>
              <a:defRPr sz="1200"/>
            </a:lvl5pPr>
            <a:lvl6pPr lvl="5" rtl="0">
              <a:lnSpc>
                <a:spcPct val="90000"/>
              </a:lnSpc>
              <a:spcBef>
                <a:spcPts val="375"/>
              </a:spcBef>
              <a:spcAft>
                <a:spcPts val="0"/>
              </a:spcAft>
              <a:buClr>
                <a:schemeClr val="dk1"/>
              </a:buClr>
              <a:buSzPts val="1200"/>
              <a:buNone/>
              <a:defRPr sz="1200"/>
            </a:lvl6pPr>
            <a:lvl7pPr lvl="6" rtl="0">
              <a:lnSpc>
                <a:spcPct val="90000"/>
              </a:lnSpc>
              <a:spcBef>
                <a:spcPts val="375"/>
              </a:spcBef>
              <a:spcAft>
                <a:spcPts val="0"/>
              </a:spcAft>
              <a:buClr>
                <a:schemeClr val="dk1"/>
              </a:buClr>
              <a:buSzPts val="1200"/>
              <a:buNone/>
              <a:defRPr sz="1200"/>
            </a:lvl7pPr>
            <a:lvl8pPr lvl="7" rtl="0">
              <a:lnSpc>
                <a:spcPct val="90000"/>
              </a:lnSpc>
              <a:spcBef>
                <a:spcPts val="375"/>
              </a:spcBef>
              <a:spcAft>
                <a:spcPts val="0"/>
              </a:spcAft>
              <a:buClr>
                <a:schemeClr val="dk1"/>
              </a:buClr>
              <a:buSzPts val="1200"/>
              <a:buNone/>
              <a:defRPr sz="1200"/>
            </a:lvl8pPr>
            <a:lvl9pPr lvl="8" rtl="0">
              <a:lnSpc>
                <a:spcPct val="90000"/>
              </a:lnSpc>
              <a:spcBef>
                <a:spcPts val="375"/>
              </a:spcBef>
              <a:spcAft>
                <a:spcPts val="0"/>
              </a:spcAft>
              <a:buClr>
                <a:schemeClr val="dk1"/>
              </a:buClr>
              <a:buSzPts val="1200"/>
              <a:buNone/>
              <a:defRPr sz="1200"/>
            </a:lvl9pPr>
          </a:lstStyle>
          <a:p>
            <a:endParaRPr/>
          </a:p>
        </p:txBody>
      </p:sp>
      <p:pic>
        <p:nvPicPr>
          <p:cNvPr id="71" name="Google Shape;71;p11"/>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72" name="Google Shape;72;p11"/>
          <p:cNvSpPr/>
          <p:nvPr/>
        </p:nvSpPr>
        <p:spPr>
          <a:xfrm>
            <a:off x="0" y="0"/>
            <a:ext cx="9144000" cy="6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 name="Google Shape;73;p11"/>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74" name="Google Shape;74;p11"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eal Header">
  <p:cSld name="SECTION_HEADER_2_1_1_1">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accent6"/>
              </a:buClr>
              <a:buSzPts val="3600"/>
              <a:buFont typeface="Calibri"/>
              <a:buNone/>
              <a:defRPr sz="3600">
                <a:solidFill>
                  <a:schemeClr val="accent6"/>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77" name="Google Shape;77;p12"/>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dk1"/>
              </a:buClr>
              <a:buSzPts val="2200"/>
              <a:buNone/>
              <a:defRPr sz="2200"/>
            </a:lvl1pPr>
            <a:lvl2pPr lvl="1" rtl="0">
              <a:lnSpc>
                <a:spcPct val="90000"/>
              </a:lnSpc>
              <a:spcBef>
                <a:spcPts val="375"/>
              </a:spcBef>
              <a:spcAft>
                <a:spcPts val="0"/>
              </a:spcAft>
              <a:buClr>
                <a:schemeClr val="dk1"/>
              </a:buClr>
              <a:buSzPts val="1500"/>
              <a:buNone/>
              <a:defRPr sz="1500"/>
            </a:lvl2pPr>
            <a:lvl3pPr lvl="2" rtl="0">
              <a:lnSpc>
                <a:spcPct val="90000"/>
              </a:lnSpc>
              <a:spcBef>
                <a:spcPts val="375"/>
              </a:spcBef>
              <a:spcAft>
                <a:spcPts val="0"/>
              </a:spcAft>
              <a:buClr>
                <a:schemeClr val="dk1"/>
              </a:buClr>
              <a:buSzPts val="1350"/>
              <a:buNone/>
              <a:defRPr sz="1350"/>
            </a:lvl3pPr>
            <a:lvl4pPr lvl="3" rtl="0">
              <a:lnSpc>
                <a:spcPct val="90000"/>
              </a:lnSpc>
              <a:spcBef>
                <a:spcPts val="375"/>
              </a:spcBef>
              <a:spcAft>
                <a:spcPts val="0"/>
              </a:spcAft>
              <a:buClr>
                <a:schemeClr val="dk1"/>
              </a:buClr>
              <a:buSzPts val="1200"/>
              <a:buNone/>
              <a:defRPr sz="1200"/>
            </a:lvl4pPr>
            <a:lvl5pPr lvl="4" rtl="0">
              <a:lnSpc>
                <a:spcPct val="90000"/>
              </a:lnSpc>
              <a:spcBef>
                <a:spcPts val="375"/>
              </a:spcBef>
              <a:spcAft>
                <a:spcPts val="0"/>
              </a:spcAft>
              <a:buClr>
                <a:schemeClr val="dk1"/>
              </a:buClr>
              <a:buSzPts val="1200"/>
              <a:buNone/>
              <a:defRPr sz="1200"/>
            </a:lvl5pPr>
            <a:lvl6pPr lvl="5" rtl="0">
              <a:lnSpc>
                <a:spcPct val="90000"/>
              </a:lnSpc>
              <a:spcBef>
                <a:spcPts val="375"/>
              </a:spcBef>
              <a:spcAft>
                <a:spcPts val="0"/>
              </a:spcAft>
              <a:buClr>
                <a:schemeClr val="dk1"/>
              </a:buClr>
              <a:buSzPts val="1200"/>
              <a:buNone/>
              <a:defRPr sz="1200"/>
            </a:lvl6pPr>
            <a:lvl7pPr lvl="6" rtl="0">
              <a:lnSpc>
                <a:spcPct val="90000"/>
              </a:lnSpc>
              <a:spcBef>
                <a:spcPts val="375"/>
              </a:spcBef>
              <a:spcAft>
                <a:spcPts val="0"/>
              </a:spcAft>
              <a:buClr>
                <a:schemeClr val="dk1"/>
              </a:buClr>
              <a:buSzPts val="1200"/>
              <a:buNone/>
              <a:defRPr sz="1200"/>
            </a:lvl7pPr>
            <a:lvl8pPr lvl="7" rtl="0">
              <a:lnSpc>
                <a:spcPct val="90000"/>
              </a:lnSpc>
              <a:spcBef>
                <a:spcPts val="375"/>
              </a:spcBef>
              <a:spcAft>
                <a:spcPts val="0"/>
              </a:spcAft>
              <a:buClr>
                <a:schemeClr val="dk1"/>
              </a:buClr>
              <a:buSzPts val="1200"/>
              <a:buNone/>
              <a:defRPr sz="1200"/>
            </a:lvl8pPr>
            <a:lvl9pPr lvl="8" rtl="0">
              <a:lnSpc>
                <a:spcPct val="90000"/>
              </a:lnSpc>
              <a:spcBef>
                <a:spcPts val="375"/>
              </a:spcBef>
              <a:spcAft>
                <a:spcPts val="0"/>
              </a:spcAft>
              <a:buClr>
                <a:schemeClr val="dk1"/>
              </a:buClr>
              <a:buSzPts val="1200"/>
              <a:buNone/>
              <a:defRPr sz="1200"/>
            </a:lvl9pPr>
          </a:lstStyle>
          <a:p>
            <a:endParaRPr/>
          </a:p>
        </p:txBody>
      </p:sp>
      <p:pic>
        <p:nvPicPr>
          <p:cNvPr id="78" name="Google Shape;78;p12"/>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79" name="Google Shape;79;p12"/>
          <p:cNvSpPr/>
          <p:nvPr/>
        </p:nvSpPr>
        <p:spPr>
          <a:xfrm>
            <a:off x="0" y="0"/>
            <a:ext cx="9144000" cy="62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12"/>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81" name="Google Shape;81;p12"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Orange Header - Reversed">
  <p:cSld name="SECTION_HEADER_1">
    <p:bg>
      <p:bgPr>
        <a:solidFill>
          <a:schemeClr val="accent4"/>
        </a:solid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84" name="Google Shape;84;p13"/>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lt1"/>
              </a:buClr>
              <a:buSzPts val="2200"/>
              <a:buNone/>
              <a:defRPr sz="2200">
                <a:solidFill>
                  <a:schemeClr val="lt1"/>
                </a:solidFill>
              </a:defRPr>
            </a:lvl1pPr>
            <a:lvl2pPr lvl="1" rtl="0">
              <a:lnSpc>
                <a:spcPct val="90000"/>
              </a:lnSpc>
              <a:spcBef>
                <a:spcPts val="375"/>
              </a:spcBef>
              <a:spcAft>
                <a:spcPts val="0"/>
              </a:spcAft>
              <a:buClr>
                <a:schemeClr val="lt1"/>
              </a:buClr>
              <a:buSzPts val="1500"/>
              <a:buNone/>
              <a:defRPr sz="1500">
                <a:solidFill>
                  <a:schemeClr val="lt1"/>
                </a:solidFill>
              </a:defRPr>
            </a:lvl2pPr>
            <a:lvl3pPr lvl="2" rtl="0">
              <a:lnSpc>
                <a:spcPct val="90000"/>
              </a:lnSpc>
              <a:spcBef>
                <a:spcPts val="375"/>
              </a:spcBef>
              <a:spcAft>
                <a:spcPts val="0"/>
              </a:spcAft>
              <a:buClr>
                <a:schemeClr val="lt1"/>
              </a:buClr>
              <a:buSzPts val="1350"/>
              <a:buNone/>
              <a:defRPr sz="1350">
                <a:solidFill>
                  <a:schemeClr val="lt1"/>
                </a:solidFill>
              </a:defRPr>
            </a:lvl3pPr>
            <a:lvl4pPr lvl="3" rtl="0">
              <a:lnSpc>
                <a:spcPct val="90000"/>
              </a:lnSpc>
              <a:spcBef>
                <a:spcPts val="375"/>
              </a:spcBef>
              <a:spcAft>
                <a:spcPts val="0"/>
              </a:spcAft>
              <a:buClr>
                <a:schemeClr val="lt1"/>
              </a:buClr>
              <a:buSzPts val="1200"/>
              <a:buNone/>
              <a:defRPr sz="1200">
                <a:solidFill>
                  <a:schemeClr val="lt1"/>
                </a:solidFill>
              </a:defRPr>
            </a:lvl4pPr>
            <a:lvl5pPr lvl="4" rtl="0">
              <a:lnSpc>
                <a:spcPct val="90000"/>
              </a:lnSpc>
              <a:spcBef>
                <a:spcPts val="375"/>
              </a:spcBef>
              <a:spcAft>
                <a:spcPts val="0"/>
              </a:spcAft>
              <a:buClr>
                <a:schemeClr val="lt1"/>
              </a:buClr>
              <a:buSzPts val="1200"/>
              <a:buNone/>
              <a:defRPr sz="1200">
                <a:solidFill>
                  <a:schemeClr val="lt1"/>
                </a:solidFill>
              </a:defRPr>
            </a:lvl5pPr>
            <a:lvl6pPr lvl="5" rtl="0">
              <a:lnSpc>
                <a:spcPct val="90000"/>
              </a:lnSpc>
              <a:spcBef>
                <a:spcPts val="375"/>
              </a:spcBef>
              <a:spcAft>
                <a:spcPts val="0"/>
              </a:spcAft>
              <a:buClr>
                <a:schemeClr val="lt1"/>
              </a:buClr>
              <a:buSzPts val="1200"/>
              <a:buNone/>
              <a:defRPr sz="1200">
                <a:solidFill>
                  <a:schemeClr val="lt1"/>
                </a:solidFill>
              </a:defRPr>
            </a:lvl6pPr>
            <a:lvl7pPr lvl="6" rtl="0">
              <a:lnSpc>
                <a:spcPct val="90000"/>
              </a:lnSpc>
              <a:spcBef>
                <a:spcPts val="375"/>
              </a:spcBef>
              <a:spcAft>
                <a:spcPts val="0"/>
              </a:spcAft>
              <a:buClr>
                <a:schemeClr val="lt1"/>
              </a:buClr>
              <a:buSzPts val="1200"/>
              <a:buNone/>
              <a:defRPr sz="1200">
                <a:solidFill>
                  <a:schemeClr val="lt1"/>
                </a:solidFill>
              </a:defRPr>
            </a:lvl7pPr>
            <a:lvl8pPr lvl="7" rtl="0">
              <a:lnSpc>
                <a:spcPct val="90000"/>
              </a:lnSpc>
              <a:spcBef>
                <a:spcPts val="375"/>
              </a:spcBef>
              <a:spcAft>
                <a:spcPts val="0"/>
              </a:spcAft>
              <a:buClr>
                <a:schemeClr val="lt1"/>
              </a:buClr>
              <a:buSzPts val="1200"/>
              <a:buNone/>
              <a:defRPr sz="1200">
                <a:solidFill>
                  <a:schemeClr val="lt1"/>
                </a:solidFill>
              </a:defRPr>
            </a:lvl8pPr>
            <a:lvl9pPr lvl="8" rtl="0">
              <a:lnSpc>
                <a:spcPct val="90000"/>
              </a:lnSpc>
              <a:spcBef>
                <a:spcPts val="375"/>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Green Header - Reversed">
  <p:cSld name="SECTION_HEADER_1_1">
    <p:bg>
      <p:bgPr>
        <a:solidFill>
          <a:schemeClr val="accent2"/>
        </a:solidFill>
        <a:effectLst/>
      </p:bgPr>
    </p:bg>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87" name="Google Shape;87;p14"/>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lt1"/>
              </a:buClr>
              <a:buSzPts val="2200"/>
              <a:buNone/>
              <a:defRPr sz="2200">
                <a:solidFill>
                  <a:schemeClr val="lt1"/>
                </a:solidFill>
              </a:defRPr>
            </a:lvl1pPr>
            <a:lvl2pPr lvl="1" rtl="0">
              <a:lnSpc>
                <a:spcPct val="90000"/>
              </a:lnSpc>
              <a:spcBef>
                <a:spcPts val="375"/>
              </a:spcBef>
              <a:spcAft>
                <a:spcPts val="0"/>
              </a:spcAft>
              <a:buClr>
                <a:schemeClr val="lt1"/>
              </a:buClr>
              <a:buSzPts val="1500"/>
              <a:buNone/>
              <a:defRPr sz="1500">
                <a:solidFill>
                  <a:schemeClr val="lt1"/>
                </a:solidFill>
              </a:defRPr>
            </a:lvl2pPr>
            <a:lvl3pPr lvl="2" rtl="0">
              <a:lnSpc>
                <a:spcPct val="90000"/>
              </a:lnSpc>
              <a:spcBef>
                <a:spcPts val="375"/>
              </a:spcBef>
              <a:spcAft>
                <a:spcPts val="0"/>
              </a:spcAft>
              <a:buClr>
                <a:schemeClr val="lt1"/>
              </a:buClr>
              <a:buSzPts val="1350"/>
              <a:buNone/>
              <a:defRPr sz="1350">
                <a:solidFill>
                  <a:schemeClr val="lt1"/>
                </a:solidFill>
              </a:defRPr>
            </a:lvl3pPr>
            <a:lvl4pPr lvl="3" rtl="0">
              <a:lnSpc>
                <a:spcPct val="90000"/>
              </a:lnSpc>
              <a:spcBef>
                <a:spcPts val="375"/>
              </a:spcBef>
              <a:spcAft>
                <a:spcPts val="0"/>
              </a:spcAft>
              <a:buClr>
                <a:schemeClr val="lt1"/>
              </a:buClr>
              <a:buSzPts val="1200"/>
              <a:buNone/>
              <a:defRPr sz="1200">
                <a:solidFill>
                  <a:schemeClr val="lt1"/>
                </a:solidFill>
              </a:defRPr>
            </a:lvl4pPr>
            <a:lvl5pPr lvl="4" rtl="0">
              <a:lnSpc>
                <a:spcPct val="90000"/>
              </a:lnSpc>
              <a:spcBef>
                <a:spcPts val="375"/>
              </a:spcBef>
              <a:spcAft>
                <a:spcPts val="0"/>
              </a:spcAft>
              <a:buClr>
                <a:schemeClr val="lt1"/>
              </a:buClr>
              <a:buSzPts val="1200"/>
              <a:buNone/>
              <a:defRPr sz="1200">
                <a:solidFill>
                  <a:schemeClr val="lt1"/>
                </a:solidFill>
              </a:defRPr>
            </a:lvl5pPr>
            <a:lvl6pPr lvl="5" rtl="0">
              <a:lnSpc>
                <a:spcPct val="90000"/>
              </a:lnSpc>
              <a:spcBef>
                <a:spcPts val="375"/>
              </a:spcBef>
              <a:spcAft>
                <a:spcPts val="0"/>
              </a:spcAft>
              <a:buClr>
                <a:schemeClr val="lt1"/>
              </a:buClr>
              <a:buSzPts val="1200"/>
              <a:buNone/>
              <a:defRPr sz="1200">
                <a:solidFill>
                  <a:schemeClr val="lt1"/>
                </a:solidFill>
              </a:defRPr>
            </a:lvl6pPr>
            <a:lvl7pPr lvl="6" rtl="0">
              <a:lnSpc>
                <a:spcPct val="90000"/>
              </a:lnSpc>
              <a:spcBef>
                <a:spcPts val="375"/>
              </a:spcBef>
              <a:spcAft>
                <a:spcPts val="0"/>
              </a:spcAft>
              <a:buClr>
                <a:schemeClr val="lt1"/>
              </a:buClr>
              <a:buSzPts val="1200"/>
              <a:buNone/>
              <a:defRPr sz="1200">
                <a:solidFill>
                  <a:schemeClr val="lt1"/>
                </a:solidFill>
              </a:defRPr>
            </a:lvl7pPr>
            <a:lvl8pPr lvl="7" rtl="0">
              <a:lnSpc>
                <a:spcPct val="90000"/>
              </a:lnSpc>
              <a:spcBef>
                <a:spcPts val="375"/>
              </a:spcBef>
              <a:spcAft>
                <a:spcPts val="0"/>
              </a:spcAft>
              <a:buClr>
                <a:schemeClr val="lt1"/>
              </a:buClr>
              <a:buSzPts val="1200"/>
              <a:buNone/>
              <a:defRPr sz="1200">
                <a:solidFill>
                  <a:schemeClr val="lt1"/>
                </a:solidFill>
              </a:defRPr>
            </a:lvl8pPr>
            <a:lvl9pPr lvl="8" rtl="0">
              <a:lnSpc>
                <a:spcPct val="90000"/>
              </a:lnSpc>
              <a:spcBef>
                <a:spcPts val="375"/>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Blue Header - Reversed">
  <p:cSld name="SECTION_HEADER_1_1_1">
    <p:bg>
      <p:bgPr>
        <a:solidFill>
          <a:schemeClr val="accent1"/>
        </a:solidFill>
        <a:effectLst/>
      </p:bgPr>
    </p:bg>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90" name="Google Shape;90;p15"/>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lt1"/>
              </a:buClr>
              <a:buSzPts val="2200"/>
              <a:buNone/>
              <a:defRPr sz="2200">
                <a:solidFill>
                  <a:schemeClr val="lt1"/>
                </a:solidFill>
              </a:defRPr>
            </a:lvl1pPr>
            <a:lvl2pPr lvl="1" rtl="0">
              <a:lnSpc>
                <a:spcPct val="90000"/>
              </a:lnSpc>
              <a:spcBef>
                <a:spcPts val="375"/>
              </a:spcBef>
              <a:spcAft>
                <a:spcPts val="0"/>
              </a:spcAft>
              <a:buClr>
                <a:schemeClr val="lt1"/>
              </a:buClr>
              <a:buSzPts val="1500"/>
              <a:buNone/>
              <a:defRPr sz="1500">
                <a:solidFill>
                  <a:schemeClr val="lt1"/>
                </a:solidFill>
              </a:defRPr>
            </a:lvl2pPr>
            <a:lvl3pPr lvl="2" rtl="0">
              <a:lnSpc>
                <a:spcPct val="90000"/>
              </a:lnSpc>
              <a:spcBef>
                <a:spcPts val="375"/>
              </a:spcBef>
              <a:spcAft>
                <a:spcPts val="0"/>
              </a:spcAft>
              <a:buClr>
                <a:schemeClr val="lt1"/>
              </a:buClr>
              <a:buSzPts val="1350"/>
              <a:buNone/>
              <a:defRPr sz="1350">
                <a:solidFill>
                  <a:schemeClr val="lt1"/>
                </a:solidFill>
              </a:defRPr>
            </a:lvl3pPr>
            <a:lvl4pPr lvl="3" rtl="0">
              <a:lnSpc>
                <a:spcPct val="90000"/>
              </a:lnSpc>
              <a:spcBef>
                <a:spcPts val="375"/>
              </a:spcBef>
              <a:spcAft>
                <a:spcPts val="0"/>
              </a:spcAft>
              <a:buClr>
                <a:schemeClr val="lt1"/>
              </a:buClr>
              <a:buSzPts val="1200"/>
              <a:buNone/>
              <a:defRPr sz="1200">
                <a:solidFill>
                  <a:schemeClr val="lt1"/>
                </a:solidFill>
              </a:defRPr>
            </a:lvl4pPr>
            <a:lvl5pPr lvl="4" rtl="0">
              <a:lnSpc>
                <a:spcPct val="90000"/>
              </a:lnSpc>
              <a:spcBef>
                <a:spcPts val="375"/>
              </a:spcBef>
              <a:spcAft>
                <a:spcPts val="0"/>
              </a:spcAft>
              <a:buClr>
                <a:schemeClr val="lt1"/>
              </a:buClr>
              <a:buSzPts val="1200"/>
              <a:buNone/>
              <a:defRPr sz="1200">
                <a:solidFill>
                  <a:schemeClr val="lt1"/>
                </a:solidFill>
              </a:defRPr>
            </a:lvl5pPr>
            <a:lvl6pPr lvl="5" rtl="0">
              <a:lnSpc>
                <a:spcPct val="90000"/>
              </a:lnSpc>
              <a:spcBef>
                <a:spcPts val="375"/>
              </a:spcBef>
              <a:spcAft>
                <a:spcPts val="0"/>
              </a:spcAft>
              <a:buClr>
                <a:schemeClr val="lt1"/>
              </a:buClr>
              <a:buSzPts val="1200"/>
              <a:buNone/>
              <a:defRPr sz="1200">
                <a:solidFill>
                  <a:schemeClr val="lt1"/>
                </a:solidFill>
              </a:defRPr>
            </a:lvl6pPr>
            <a:lvl7pPr lvl="6" rtl="0">
              <a:lnSpc>
                <a:spcPct val="90000"/>
              </a:lnSpc>
              <a:spcBef>
                <a:spcPts val="375"/>
              </a:spcBef>
              <a:spcAft>
                <a:spcPts val="0"/>
              </a:spcAft>
              <a:buClr>
                <a:schemeClr val="lt1"/>
              </a:buClr>
              <a:buSzPts val="1200"/>
              <a:buNone/>
              <a:defRPr sz="1200">
                <a:solidFill>
                  <a:schemeClr val="lt1"/>
                </a:solidFill>
              </a:defRPr>
            </a:lvl7pPr>
            <a:lvl8pPr lvl="7" rtl="0">
              <a:lnSpc>
                <a:spcPct val="90000"/>
              </a:lnSpc>
              <a:spcBef>
                <a:spcPts val="375"/>
              </a:spcBef>
              <a:spcAft>
                <a:spcPts val="0"/>
              </a:spcAft>
              <a:buClr>
                <a:schemeClr val="lt1"/>
              </a:buClr>
              <a:buSzPts val="1200"/>
              <a:buNone/>
              <a:defRPr sz="1200">
                <a:solidFill>
                  <a:schemeClr val="lt1"/>
                </a:solidFill>
              </a:defRPr>
            </a:lvl8pPr>
            <a:lvl9pPr lvl="8" rtl="0">
              <a:lnSpc>
                <a:spcPct val="90000"/>
              </a:lnSpc>
              <a:spcBef>
                <a:spcPts val="375"/>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eal Header - Reversed">
  <p:cSld name="SECTION_HEADER_1_1_1_1_1">
    <p:bg>
      <p:bgPr>
        <a:solidFill>
          <a:schemeClr val="accent6"/>
        </a:solidFill>
        <a:effectLst/>
      </p:bgPr>
    </p:bg>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457200" y="1143000"/>
            <a:ext cx="8229600" cy="1428900"/>
          </a:xfrm>
          <a:prstGeom prst="rect">
            <a:avLst/>
          </a:prstGeom>
          <a:noFill/>
          <a:ln>
            <a:noFill/>
          </a:ln>
        </p:spPr>
        <p:txBody>
          <a:bodyPr spcFirstLastPara="1" wrap="square" lIns="0"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Clr>
                <a:schemeClr val="accent4"/>
              </a:buClr>
              <a:buSzPts val="1400"/>
              <a:buNone/>
              <a:defRPr>
                <a:solidFill>
                  <a:schemeClr val="accent4"/>
                </a:solidFill>
              </a:defRPr>
            </a:lvl2pPr>
            <a:lvl3pPr lvl="2" algn="l" rtl="0">
              <a:lnSpc>
                <a:spcPct val="100000"/>
              </a:lnSpc>
              <a:spcBef>
                <a:spcPts val="0"/>
              </a:spcBef>
              <a:spcAft>
                <a:spcPts val="0"/>
              </a:spcAft>
              <a:buClr>
                <a:schemeClr val="accent4"/>
              </a:buClr>
              <a:buSzPts val="1400"/>
              <a:buNone/>
              <a:defRPr>
                <a:solidFill>
                  <a:schemeClr val="accent4"/>
                </a:solidFill>
              </a:defRPr>
            </a:lvl3pPr>
            <a:lvl4pPr lvl="3" algn="l" rtl="0">
              <a:lnSpc>
                <a:spcPct val="100000"/>
              </a:lnSpc>
              <a:spcBef>
                <a:spcPts val="0"/>
              </a:spcBef>
              <a:spcAft>
                <a:spcPts val="0"/>
              </a:spcAft>
              <a:buClr>
                <a:schemeClr val="accent4"/>
              </a:buClr>
              <a:buSzPts val="1400"/>
              <a:buNone/>
              <a:defRPr>
                <a:solidFill>
                  <a:schemeClr val="accent4"/>
                </a:solidFill>
              </a:defRPr>
            </a:lvl4pPr>
            <a:lvl5pPr lvl="4" algn="l" rtl="0">
              <a:lnSpc>
                <a:spcPct val="100000"/>
              </a:lnSpc>
              <a:spcBef>
                <a:spcPts val="0"/>
              </a:spcBef>
              <a:spcAft>
                <a:spcPts val="0"/>
              </a:spcAft>
              <a:buClr>
                <a:schemeClr val="accent4"/>
              </a:buClr>
              <a:buSzPts val="1400"/>
              <a:buNone/>
              <a:defRPr>
                <a:solidFill>
                  <a:schemeClr val="accent4"/>
                </a:solidFill>
              </a:defRPr>
            </a:lvl5pPr>
            <a:lvl6pPr lvl="5" algn="l" rtl="0">
              <a:lnSpc>
                <a:spcPct val="100000"/>
              </a:lnSpc>
              <a:spcBef>
                <a:spcPts val="0"/>
              </a:spcBef>
              <a:spcAft>
                <a:spcPts val="0"/>
              </a:spcAft>
              <a:buClr>
                <a:schemeClr val="accent4"/>
              </a:buClr>
              <a:buSzPts val="1400"/>
              <a:buNone/>
              <a:defRPr>
                <a:solidFill>
                  <a:schemeClr val="accent4"/>
                </a:solidFill>
              </a:defRPr>
            </a:lvl6pPr>
            <a:lvl7pPr lvl="6" algn="l" rtl="0">
              <a:lnSpc>
                <a:spcPct val="100000"/>
              </a:lnSpc>
              <a:spcBef>
                <a:spcPts val="0"/>
              </a:spcBef>
              <a:spcAft>
                <a:spcPts val="0"/>
              </a:spcAft>
              <a:buClr>
                <a:schemeClr val="accent4"/>
              </a:buClr>
              <a:buSzPts val="1400"/>
              <a:buNone/>
              <a:defRPr>
                <a:solidFill>
                  <a:schemeClr val="accent4"/>
                </a:solidFill>
              </a:defRPr>
            </a:lvl7pPr>
            <a:lvl8pPr lvl="7" algn="l" rtl="0">
              <a:lnSpc>
                <a:spcPct val="100000"/>
              </a:lnSpc>
              <a:spcBef>
                <a:spcPts val="0"/>
              </a:spcBef>
              <a:spcAft>
                <a:spcPts val="0"/>
              </a:spcAft>
              <a:buClr>
                <a:schemeClr val="accent4"/>
              </a:buClr>
              <a:buSzPts val="1400"/>
              <a:buNone/>
              <a:defRPr>
                <a:solidFill>
                  <a:schemeClr val="accent4"/>
                </a:solidFill>
              </a:defRPr>
            </a:lvl8pPr>
            <a:lvl9pPr lvl="8" algn="l" rtl="0">
              <a:lnSpc>
                <a:spcPct val="100000"/>
              </a:lnSpc>
              <a:spcBef>
                <a:spcPts val="0"/>
              </a:spcBef>
              <a:spcAft>
                <a:spcPts val="0"/>
              </a:spcAft>
              <a:buClr>
                <a:schemeClr val="accent4"/>
              </a:buClr>
              <a:buSzPts val="1400"/>
              <a:buNone/>
              <a:defRPr>
                <a:solidFill>
                  <a:schemeClr val="accent4"/>
                </a:solidFill>
              </a:defRPr>
            </a:lvl9pPr>
          </a:lstStyle>
          <a:p>
            <a:endParaRPr/>
          </a:p>
        </p:txBody>
      </p:sp>
      <p:sp>
        <p:nvSpPr>
          <p:cNvPr id="93" name="Google Shape;93;p16"/>
          <p:cNvSpPr txBox="1">
            <a:spLocks noGrp="1"/>
          </p:cNvSpPr>
          <p:nvPr>
            <p:ph type="subTitle" idx="1"/>
          </p:nvPr>
        </p:nvSpPr>
        <p:spPr>
          <a:xfrm>
            <a:off x="457200" y="2571749"/>
            <a:ext cx="6858000" cy="1283700"/>
          </a:xfrm>
          <a:prstGeom prst="rect">
            <a:avLst/>
          </a:prstGeom>
          <a:noFill/>
          <a:ln>
            <a:noFill/>
          </a:ln>
        </p:spPr>
        <p:txBody>
          <a:bodyPr spcFirstLastPara="1" wrap="square" lIns="45700" tIns="45700" rIns="91425" bIns="45700" anchor="t" anchorCtr="0">
            <a:noAutofit/>
          </a:bodyPr>
          <a:lstStyle>
            <a:lvl1pPr lvl="0" rtl="0">
              <a:lnSpc>
                <a:spcPct val="90000"/>
              </a:lnSpc>
              <a:spcBef>
                <a:spcPts val="750"/>
              </a:spcBef>
              <a:spcAft>
                <a:spcPts val="0"/>
              </a:spcAft>
              <a:buClr>
                <a:schemeClr val="lt1"/>
              </a:buClr>
              <a:buSzPts val="2200"/>
              <a:buNone/>
              <a:defRPr sz="2200">
                <a:solidFill>
                  <a:schemeClr val="lt1"/>
                </a:solidFill>
              </a:defRPr>
            </a:lvl1pPr>
            <a:lvl2pPr lvl="1" rtl="0">
              <a:lnSpc>
                <a:spcPct val="90000"/>
              </a:lnSpc>
              <a:spcBef>
                <a:spcPts val="375"/>
              </a:spcBef>
              <a:spcAft>
                <a:spcPts val="0"/>
              </a:spcAft>
              <a:buClr>
                <a:schemeClr val="lt1"/>
              </a:buClr>
              <a:buSzPts val="1500"/>
              <a:buNone/>
              <a:defRPr sz="1500">
                <a:solidFill>
                  <a:schemeClr val="lt1"/>
                </a:solidFill>
              </a:defRPr>
            </a:lvl2pPr>
            <a:lvl3pPr lvl="2" rtl="0">
              <a:lnSpc>
                <a:spcPct val="90000"/>
              </a:lnSpc>
              <a:spcBef>
                <a:spcPts val="375"/>
              </a:spcBef>
              <a:spcAft>
                <a:spcPts val="0"/>
              </a:spcAft>
              <a:buClr>
                <a:schemeClr val="lt1"/>
              </a:buClr>
              <a:buSzPts val="1350"/>
              <a:buNone/>
              <a:defRPr sz="1350">
                <a:solidFill>
                  <a:schemeClr val="lt1"/>
                </a:solidFill>
              </a:defRPr>
            </a:lvl3pPr>
            <a:lvl4pPr lvl="3" rtl="0">
              <a:lnSpc>
                <a:spcPct val="90000"/>
              </a:lnSpc>
              <a:spcBef>
                <a:spcPts val="375"/>
              </a:spcBef>
              <a:spcAft>
                <a:spcPts val="0"/>
              </a:spcAft>
              <a:buClr>
                <a:schemeClr val="lt1"/>
              </a:buClr>
              <a:buSzPts val="1200"/>
              <a:buNone/>
              <a:defRPr sz="1200">
                <a:solidFill>
                  <a:schemeClr val="lt1"/>
                </a:solidFill>
              </a:defRPr>
            </a:lvl4pPr>
            <a:lvl5pPr lvl="4" rtl="0">
              <a:lnSpc>
                <a:spcPct val="90000"/>
              </a:lnSpc>
              <a:spcBef>
                <a:spcPts val="375"/>
              </a:spcBef>
              <a:spcAft>
                <a:spcPts val="0"/>
              </a:spcAft>
              <a:buClr>
                <a:schemeClr val="lt1"/>
              </a:buClr>
              <a:buSzPts val="1200"/>
              <a:buNone/>
              <a:defRPr sz="1200">
                <a:solidFill>
                  <a:schemeClr val="lt1"/>
                </a:solidFill>
              </a:defRPr>
            </a:lvl5pPr>
            <a:lvl6pPr lvl="5" rtl="0">
              <a:lnSpc>
                <a:spcPct val="90000"/>
              </a:lnSpc>
              <a:spcBef>
                <a:spcPts val="375"/>
              </a:spcBef>
              <a:spcAft>
                <a:spcPts val="0"/>
              </a:spcAft>
              <a:buClr>
                <a:schemeClr val="lt1"/>
              </a:buClr>
              <a:buSzPts val="1200"/>
              <a:buNone/>
              <a:defRPr sz="1200">
                <a:solidFill>
                  <a:schemeClr val="lt1"/>
                </a:solidFill>
              </a:defRPr>
            </a:lvl6pPr>
            <a:lvl7pPr lvl="6" rtl="0">
              <a:lnSpc>
                <a:spcPct val="90000"/>
              </a:lnSpc>
              <a:spcBef>
                <a:spcPts val="375"/>
              </a:spcBef>
              <a:spcAft>
                <a:spcPts val="0"/>
              </a:spcAft>
              <a:buClr>
                <a:schemeClr val="lt1"/>
              </a:buClr>
              <a:buSzPts val="1200"/>
              <a:buNone/>
              <a:defRPr sz="1200">
                <a:solidFill>
                  <a:schemeClr val="lt1"/>
                </a:solidFill>
              </a:defRPr>
            </a:lvl7pPr>
            <a:lvl8pPr lvl="7" rtl="0">
              <a:lnSpc>
                <a:spcPct val="90000"/>
              </a:lnSpc>
              <a:spcBef>
                <a:spcPts val="375"/>
              </a:spcBef>
              <a:spcAft>
                <a:spcPts val="0"/>
              </a:spcAft>
              <a:buClr>
                <a:schemeClr val="lt1"/>
              </a:buClr>
              <a:buSzPts val="1200"/>
              <a:buNone/>
              <a:defRPr sz="1200">
                <a:solidFill>
                  <a:schemeClr val="lt1"/>
                </a:solidFill>
              </a:defRPr>
            </a:lvl8pPr>
            <a:lvl9pPr lvl="8" rtl="0">
              <a:lnSpc>
                <a:spcPct val="90000"/>
              </a:lnSpc>
              <a:spcBef>
                <a:spcPts val="375"/>
              </a:spcBef>
              <a:spcAft>
                <a:spcPts val="0"/>
              </a:spcAft>
              <a:buClr>
                <a:schemeClr val="lt1"/>
              </a:buClr>
              <a:buSzPts val="1200"/>
              <a:buNone/>
              <a:defRPr sz="1200">
                <a:solidFill>
                  <a:schemeClr val="lt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ull Image Background">
  <p:cSld name="SECTION_HEADER_1_1_1_1_1_1">
    <p:bg>
      <p:bgPr>
        <a:noFill/>
        <a:effectLst/>
      </p:bgPr>
    </p:bg>
    <p:spTree>
      <p:nvGrpSpPr>
        <p:cNvPr id="1" name="Shape 94"/>
        <p:cNvGrpSpPr/>
        <p:nvPr/>
      </p:nvGrpSpPr>
      <p:grpSpPr>
        <a:xfrm>
          <a:off x="0" y="0"/>
          <a:ext cx="0" cy="0"/>
          <a:chOff x="0" y="0"/>
          <a:chExt cx="0" cy="0"/>
        </a:xfrm>
      </p:grpSpPr>
      <p:sp>
        <p:nvSpPr>
          <p:cNvPr id="95" name="Google Shape;95;p17"/>
          <p:cNvSpPr>
            <a:spLocks noGrp="1"/>
          </p:cNvSpPr>
          <p:nvPr>
            <p:ph type="pic" idx="2"/>
          </p:nvPr>
        </p:nvSpPr>
        <p:spPr>
          <a:xfrm>
            <a:off x="0" y="0"/>
            <a:ext cx="9144000" cy="5143500"/>
          </a:xfrm>
          <a:prstGeom prst="rect">
            <a:avLst/>
          </a:prstGeom>
          <a:noFill/>
          <a:ln>
            <a:noFill/>
          </a:ln>
        </p:spPr>
      </p:sp>
      <p:sp>
        <p:nvSpPr>
          <p:cNvPr id="96" name="Google Shape;96;p17"/>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Clr>
                <a:schemeClr val="lt1"/>
              </a:buClr>
              <a:buSzPts val="3200"/>
              <a:buFont typeface="Calibri"/>
              <a:buNone/>
              <a:defRPr b="1" i="0" u="none" strike="noStrike" cap="none">
                <a:solidFill>
                  <a:schemeClr val="lt1"/>
                </a:solidFill>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7"/>
        <p:cNvGrpSpPr/>
        <p:nvPr/>
      </p:nvGrpSpPr>
      <p:grpSpPr>
        <a:xfrm>
          <a:off x="0" y="0"/>
          <a:ext cx="0" cy="0"/>
          <a:chOff x="0" y="0"/>
          <a:chExt cx="0" cy="0"/>
        </a:xfrm>
      </p:grpSpPr>
      <p:pic>
        <p:nvPicPr>
          <p:cNvPr id="98" name="Google Shape;98;p18"/>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99" name="Google Shape;99;p18"/>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SzPts val="3200"/>
              <a:buFont typeface="Calibri"/>
              <a:buNone/>
              <a:defRPr b="1" i="0" u="none" strike="noStrike" cap="none">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
        <p:nvSpPr>
          <p:cNvPr id="100" name="Google Shape;100;p18"/>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8"/>
          <p:cNvSpPr txBox="1">
            <a:spLocks noGrp="1"/>
          </p:cNvSpPr>
          <p:nvPr>
            <p:ph type="body" idx="1"/>
          </p:nvPr>
        </p:nvSpPr>
        <p:spPr>
          <a:xfrm>
            <a:off x="442800" y="852450"/>
            <a:ext cx="3985200" cy="37776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sp>
        <p:nvSpPr>
          <p:cNvPr id="102" name="Google Shape;102;p18"/>
          <p:cNvSpPr txBox="1">
            <a:spLocks noGrp="1"/>
          </p:cNvSpPr>
          <p:nvPr>
            <p:ph type="body" idx="2"/>
          </p:nvPr>
        </p:nvSpPr>
        <p:spPr>
          <a:xfrm>
            <a:off x="4701600" y="852225"/>
            <a:ext cx="3985200" cy="37776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pic>
        <p:nvPicPr>
          <p:cNvPr id="103" name="Google Shape;103;p18"/>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04" name="Google Shape;104;p18"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5"/>
        <p:cNvGrpSpPr/>
        <p:nvPr/>
      </p:nvGrpSpPr>
      <p:grpSpPr>
        <a:xfrm>
          <a:off x="0" y="0"/>
          <a:ext cx="0" cy="0"/>
          <a:chOff x="0" y="0"/>
          <a:chExt cx="0" cy="0"/>
        </a:xfrm>
      </p:grpSpPr>
      <p:pic>
        <p:nvPicPr>
          <p:cNvPr id="106" name="Google Shape;106;p19"/>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07" name="Google Shape;107;p19"/>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SzPts val="3200"/>
              <a:buFont typeface="Calibri"/>
              <a:buNone/>
              <a:defRPr b="1" i="0" u="none" strike="noStrike" cap="none">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
        <p:nvSpPr>
          <p:cNvPr id="108" name="Google Shape;108;p19"/>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 name="Google Shape;109;p19"/>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10" name="Google Shape;110;p19"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anelists - Multiple Images">
  <p:cSld name="TITLE_ONLY_1_1">
    <p:spTree>
      <p:nvGrpSpPr>
        <p:cNvPr id="1" name="Shape 119"/>
        <p:cNvGrpSpPr/>
        <p:nvPr/>
      </p:nvGrpSpPr>
      <p:grpSpPr>
        <a:xfrm>
          <a:off x="0" y="0"/>
          <a:ext cx="0" cy="0"/>
          <a:chOff x="0" y="0"/>
          <a:chExt cx="0" cy="0"/>
        </a:xfrm>
      </p:grpSpPr>
      <p:pic>
        <p:nvPicPr>
          <p:cNvPr id="120" name="Google Shape;120;p21"/>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21" name="Google Shape;121;p21"/>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SzPts val="3200"/>
              <a:buFont typeface="Calibri"/>
              <a:buNone/>
              <a:defRPr b="1" i="0" u="none" strike="noStrike" cap="none">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
        <p:nvSpPr>
          <p:cNvPr id="122" name="Google Shape;122;p21"/>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a:spLocks noGrp="1"/>
          </p:cNvSpPr>
          <p:nvPr>
            <p:ph type="pic" idx="2"/>
          </p:nvPr>
        </p:nvSpPr>
        <p:spPr>
          <a:xfrm>
            <a:off x="531300" y="1316950"/>
            <a:ext cx="1909200" cy="1909200"/>
          </a:xfrm>
          <a:prstGeom prst="ellipse">
            <a:avLst/>
          </a:prstGeom>
          <a:noFill/>
          <a:ln>
            <a:noFill/>
          </a:ln>
        </p:spPr>
      </p:sp>
      <p:sp>
        <p:nvSpPr>
          <p:cNvPr id="124" name="Google Shape;124;p21"/>
          <p:cNvSpPr txBox="1">
            <a:spLocks noGrp="1"/>
          </p:cNvSpPr>
          <p:nvPr>
            <p:ph type="subTitle" idx="1"/>
          </p:nvPr>
        </p:nvSpPr>
        <p:spPr>
          <a:xfrm>
            <a:off x="4572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SzPts val="1800"/>
              <a:buNone/>
              <a:defRPr sz="1800"/>
            </a:lvl1pPr>
            <a:lvl2pPr lvl="1" algn="r" rtl="0">
              <a:spcBef>
                <a:spcPts val="375"/>
              </a:spcBef>
              <a:spcAft>
                <a:spcPts val="0"/>
              </a:spcAft>
              <a:buSzPts val="1800"/>
              <a:buNone/>
              <a:defRPr/>
            </a:lvl2pPr>
            <a:lvl3pPr lvl="2" algn="r" rtl="0">
              <a:spcBef>
                <a:spcPts val="1000"/>
              </a:spcBef>
              <a:spcAft>
                <a:spcPts val="0"/>
              </a:spcAft>
              <a:buSzPts val="1800"/>
              <a:buNone/>
              <a:defRPr sz="1800"/>
            </a:lvl3pPr>
            <a:lvl4pPr lvl="3" algn="r" rtl="0">
              <a:spcBef>
                <a:spcPts val="1000"/>
              </a:spcBef>
              <a:spcAft>
                <a:spcPts val="0"/>
              </a:spcAft>
              <a:buSzPts val="1800"/>
              <a:buNone/>
              <a:defRPr sz="1800"/>
            </a:lvl4pPr>
            <a:lvl5pPr lvl="4" algn="r" rtl="0">
              <a:spcBef>
                <a:spcPts val="1000"/>
              </a:spcBef>
              <a:spcAft>
                <a:spcPts val="0"/>
              </a:spcAft>
              <a:buSzPts val="1800"/>
              <a:buNone/>
              <a:defRPr sz="1800"/>
            </a:lvl5pPr>
            <a:lvl6pPr lvl="5" algn="r" rtl="0">
              <a:spcBef>
                <a:spcPts val="1000"/>
              </a:spcBef>
              <a:spcAft>
                <a:spcPts val="0"/>
              </a:spcAft>
              <a:buSzPts val="1800"/>
              <a:buNone/>
              <a:defRPr sz="1800"/>
            </a:lvl6pPr>
            <a:lvl7pPr lvl="6" algn="r" rtl="0">
              <a:spcBef>
                <a:spcPts val="1000"/>
              </a:spcBef>
              <a:spcAft>
                <a:spcPts val="0"/>
              </a:spcAft>
              <a:buSzPts val="1800"/>
              <a:buNone/>
              <a:defRPr sz="1800"/>
            </a:lvl7pPr>
            <a:lvl8pPr lvl="7" algn="r" rtl="0">
              <a:spcBef>
                <a:spcPts val="1000"/>
              </a:spcBef>
              <a:spcAft>
                <a:spcPts val="0"/>
              </a:spcAft>
              <a:buSzPts val="1800"/>
              <a:buNone/>
              <a:defRPr sz="1800"/>
            </a:lvl8pPr>
            <a:lvl9pPr lvl="8" algn="r" rtl="0">
              <a:spcBef>
                <a:spcPts val="1000"/>
              </a:spcBef>
              <a:spcAft>
                <a:spcPts val="1000"/>
              </a:spcAft>
              <a:buSzPts val="1800"/>
              <a:buNone/>
              <a:defRPr sz="1800"/>
            </a:lvl9pPr>
          </a:lstStyle>
          <a:p>
            <a:endParaRPr/>
          </a:p>
        </p:txBody>
      </p:sp>
      <p:sp>
        <p:nvSpPr>
          <p:cNvPr id="125" name="Google Shape;125;p21"/>
          <p:cNvSpPr>
            <a:spLocks noGrp="1"/>
          </p:cNvSpPr>
          <p:nvPr>
            <p:ph type="pic" idx="3"/>
          </p:nvPr>
        </p:nvSpPr>
        <p:spPr>
          <a:xfrm>
            <a:off x="2588700" y="1316950"/>
            <a:ext cx="1909200" cy="1909200"/>
          </a:xfrm>
          <a:prstGeom prst="ellipse">
            <a:avLst/>
          </a:prstGeom>
          <a:noFill/>
          <a:ln>
            <a:noFill/>
          </a:ln>
        </p:spPr>
      </p:sp>
      <p:sp>
        <p:nvSpPr>
          <p:cNvPr id="126" name="Google Shape;126;p21"/>
          <p:cNvSpPr txBox="1">
            <a:spLocks noGrp="1"/>
          </p:cNvSpPr>
          <p:nvPr>
            <p:ph type="subTitle" idx="4"/>
          </p:nvPr>
        </p:nvSpPr>
        <p:spPr>
          <a:xfrm>
            <a:off x="25146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SzPts val="1800"/>
              <a:buNone/>
              <a:defRPr sz="1800"/>
            </a:lvl1pPr>
            <a:lvl2pPr lvl="1" algn="r" rtl="0">
              <a:spcBef>
                <a:spcPts val="375"/>
              </a:spcBef>
              <a:spcAft>
                <a:spcPts val="0"/>
              </a:spcAft>
              <a:buSzPts val="1800"/>
              <a:buNone/>
              <a:defRPr/>
            </a:lvl2pPr>
            <a:lvl3pPr lvl="2" algn="r" rtl="0">
              <a:spcBef>
                <a:spcPts val="1000"/>
              </a:spcBef>
              <a:spcAft>
                <a:spcPts val="0"/>
              </a:spcAft>
              <a:buSzPts val="1800"/>
              <a:buNone/>
              <a:defRPr sz="1800"/>
            </a:lvl3pPr>
            <a:lvl4pPr lvl="3" algn="r" rtl="0">
              <a:spcBef>
                <a:spcPts val="1000"/>
              </a:spcBef>
              <a:spcAft>
                <a:spcPts val="0"/>
              </a:spcAft>
              <a:buSzPts val="1800"/>
              <a:buNone/>
              <a:defRPr sz="1800"/>
            </a:lvl4pPr>
            <a:lvl5pPr lvl="4" algn="r" rtl="0">
              <a:spcBef>
                <a:spcPts val="1000"/>
              </a:spcBef>
              <a:spcAft>
                <a:spcPts val="0"/>
              </a:spcAft>
              <a:buSzPts val="1800"/>
              <a:buNone/>
              <a:defRPr sz="1800"/>
            </a:lvl5pPr>
            <a:lvl6pPr lvl="5" algn="r" rtl="0">
              <a:spcBef>
                <a:spcPts val="1000"/>
              </a:spcBef>
              <a:spcAft>
                <a:spcPts val="0"/>
              </a:spcAft>
              <a:buSzPts val="1800"/>
              <a:buNone/>
              <a:defRPr sz="1800"/>
            </a:lvl6pPr>
            <a:lvl7pPr lvl="6" algn="r" rtl="0">
              <a:spcBef>
                <a:spcPts val="1000"/>
              </a:spcBef>
              <a:spcAft>
                <a:spcPts val="0"/>
              </a:spcAft>
              <a:buSzPts val="1800"/>
              <a:buNone/>
              <a:defRPr sz="1800"/>
            </a:lvl7pPr>
            <a:lvl8pPr lvl="7" algn="r" rtl="0">
              <a:spcBef>
                <a:spcPts val="1000"/>
              </a:spcBef>
              <a:spcAft>
                <a:spcPts val="0"/>
              </a:spcAft>
              <a:buSzPts val="1800"/>
              <a:buNone/>
              <a:defRPr sz="1800"/>
            </a:lvl8pPr>
            <a:lvl9pPr lvl="8" algn="r" rtl="0">
              <a:spcBef>
                <a:spcPts val="1000"/>
              </a:spcBef>
              <a:spcAft>
                <a:spcPts val="1000"/>
              </a:spcAft>
              <a:buSzPts val="1800"/>
              <a:buNone/>
              <a:defRPr sz="1800"/>
            </a:lvl9pPr>
          </a:lstStyle>
          <a:p>
            <a:endParaRPr/>
          </a:p>
        </p:txBody>
      </p:sp>
      <p:sp>
        <p:nvSpPr>
          <p:cNvPr id="127" name="Google Shape;127;p21"/>
          <p:cNvSpPr>
            <a:spLocks noGrp="1"/>
          </p:cNvSpPr>
          <p:nvPr>
            <p:ph type="pic" idx="5"/>
          </p:nvPr>
        </p:nvSpPr>
        <p:spPr>
          <a:xfrm>
            <a:off x="4646100" y="1316950"/>
            <a:ext cx="1909200" cy="1909200"/>
          </a:xfrm>
          <a:prstGeom prst="ellipse">
            <a:avLst/>
          </a:prstGeom>
          <a:noFill/>
          <a:ln>
            <a:noFill/>
          </a:ln>
        </p:spPr>
      </p:sp>
      <p:sp>
        <p:nvSpPr>
          <p:cNvPr id="128" name="Google Shape;128;p21"/>
          <p:cNvSpPr txBox="1">
            <a:spLocks noGrp="1"/>
          </p:cNvSpPr>
          <p:nvPr>
            <p:ph type="subTitle" idx="6"/>
          </p:nvPr>
        </p:nvSpPr>
        <p:spPr>
          <a:xfrm>
            <a:off x="45720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SzPts val="1800"/>
              <a:buNone/>
              <a:defRPr sz="1800"/>
            </a:lvl1pPr>
            <a:lvl2pPr lvl="1" algn="r" rtl="0">
              <a:spcBef>
                <a:spcPts val="375"/>
              </a:spcBef>
              <a:spcAft>
                <a:spcPts val="0"/>
              </a:spcAft>
              <a:buSzPts val="1800"/>
              <a:buNone/>
              <a:defRPr/>
            </a:lvl2pPr>
            <a:lvl3pPr lvl="2" algn="r" rtl="0">
              <a:spcBef>
                <a:spcPts val="1000"/>
              </a:spcBef>
              <a:spcAft>
                <a:spcPts val="0"/>
              </a:spcAft>
              <a:buSzPts val="1800"/>
              <a:buNone/>
              <a:defRPr sz="1800"/>
            </a:lvl3pPr>
            <a:lvl4pPr lvl="3" algn="r" rtl="0">
              <a:spcBef>
                <a:spcPts val="1000"/>
              </a:spcBef>
              <a:spcAft>
                <a:spcPts val="0"/>
              </a:spcAft>
              <a:buSzPts val="1800"/>
              <a:buNone/>
              <a:defRPr sz="1800"/>
            </a:lvl4pPr>
            <a:lvl5pPr lvl="4" algn="r" rtl="0">
              <a:spcBef>
                <a:spcPts val="1000"/>
              </a:spcBef>
              <a:spcAft>
                <a:spcPts val="0"/>
              </a:spcAft>
              <a:buSzPts val="1800"/>
              <a:buNone/>
              <a:defRPr sz="1800"/>
            </a:lvl5pPr>
            <a:lvl6pPr lvl="5" algn="r" rtl="0">
              <a:spcBef>
                <a:spcPts val="1000"/>
              </a:spcBef>
              <a:spcAft>
                <a:spcPts val="0"/>
              </a:spcAft>
              <a:buSzPts val="1800"/>
              <a:buNone/>
              <a:defRPr sz="1800"/>
            </a:lvl6pPr>
            <a:lvl7pPr lvl="6" algn="r" rtl="0">
              <a:spcBef>
                <a:spcPts val="1000"/>
              </a:spcBef>
              <a:spcAft>
                <a:spcPts val="0"/>
              </a:spcAft>
              <a:buSzPts val="1800"/>
              <a:buNone/>
              <a:defRPr sz="1800"/>
            </a:lvl7pPr>
            <a:lvl8pPr lvl="7" algn="r" rtl="0">
              <a:spcBef>
                <a:spcPts val="1000"/>
              </a:spcBef>
              <a:spcAft>
                <a:spcPts val="0"/>
              </a:spcAft>
              <a:buSzPts val="1800"/>
              <a:buNone/>
              <a:defRPr sz="1800"/>
            </a:lvl8pPr>
            <a:lvl9pPr lvl="8" algn="r" rtl="0">
              <a:spcBef>
                <a:spcPts val="1000"/>
              </a:spcBef>
              <a:spcAft>
                <a:spcPts val="1000"/>
              </a:spcAft>
              <a:buSzPts val="1800"/>
              <a:buNone/>
              <a:defRPr sz="1800"/>
            </a:lvl9pPr>
          </a:lstStyle>
          <a:p>
            <a:endParaRPr/>
          </a:p>
        </p:txBody>
      </p:sp>
      <p:sp>
        <p:nvSpPr>
          <p:cNvPr id="129" name="Google Shape;129;p21"/>
          <p:cNvSpPr>
            <a:spLocks noGrp="1"/>
          </p:cNvSpPr>
          <p:nvPr>
            <p:ph type="pic" idx="7"/>
          </p:nvPr>
        </p:nvSpPr>
        <p:spPr>
          <a:xfrm>
            <a:off x="6703500" y="1316950"/>
            <a:ext cx="1909200" cy="1909200"/>
          </a:xfrm>
          <a:prstGeom prst="ellipse">
            <a:avLst/>
          </a:prstGeom>
          <a:noFill/>
          <a:ln>
            <a:noFill/>
          </a:ln>
        </p:spPr>
      </p:sp>
      <p:sp>
        <p:nvSpPr>
          <p:cNvPr id="130" name="Google Shape;130;p21"/>
          <p:cNvSpPr txBox="1">
            <a:spLocks noGrp="1"/>
          </p:cNvSpPr>
          <p:nvPr>
            <p:ph type="subTitle" idx="8"/>
          </p:nvPr>
        </p:nvSpPr>
        <p:spPr>
          <a:xfrm>
            <a:off x="66294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SzPts val="1800"/>
              <a:buNone/>
              <a:defRPr sz="1800"/>
            </a:lvl1pPr>
            <a:lvl2pPr lvl="1" algn="r" rtl="0">
              <a:spcBef>
                <a:spcPts val="375"/>
              </a:spcBef>
              <a:spcAft>
                <a:spcPts val="0"/>
              </a:spcAft>
              <a:buSzPts val="1800"/>
              <a:buNone/>
              <a:defRPr/>
            </a:lvl2pPr>
            <a:lvl3pPr lvl="2" algn="r" rtl="0">
              <a:spcBef>
                <a:spcPts val="1000"/>
              </a:spcBef>
              <a:spcAft>
                <a:spcPts val="0"/>
              </a:spcAft>
              <a:buSzPts val="1800"/>
              <a:buNone/>
              <a:defRPr sz="1800"/>
            </a:lvl3pPr>
            <a:lvl4pPr lvl="3" algn="r" rtl="0">
              <a:spcBef>
                <a:spcPts val="1000"/>
              </a:spcBef>
              <a:spcAft>
                <a:spcPts val="0"/>
              </a:spcAft>
              <a:buSzPts val="1800"/>
              <a:buNone/>
              <a:defRPr sz="1800"/>
            </a:lvl4pPr>
            <a:lvl5pPr lvl="4" algn="r" rtl="0">
              <a:spcBef>
                <a:spcPts val="1000"/>
              </a:spcBef>
              <a:spcAft>
                <a:spcPts val="0"/>
              </a:spcAft>
              <a:buSzPts val="1800"/>
              <a:buNone/>
              <a:defRPr sz="1800"/>
            </a:lvl5pPr>
            <a:lvl6pPr lvl="5" algn="r" rtl="0">
              <a:spcBef>
                <a:spcPts val="1000"/>
              </a:spcBef>
              <a:spcAft>
                <a:spcPts val="0"/>
              </a:spcAft>
              <a:buSzPts val="1800"/>
              <a:buNone/>
              <a:defRPr sz="1800"/>
            </a:lvl6pPr>
            <a:lvl7pPr lvl="6" algn="r" rtl="0">
              <a:spcBef>
                <a:spcPts val="1000"/>
              </a:spcBef>
              <a:spcAft>
                <a:spcPts val="0"/>
              </a:spcAft>
              <a:buSzPts val="1800"/>
              <a:buNone/>
              <a:defRPr sz="1800"/>
            </a:lvl7pPr>
            <a:lvl8pPr lvl="7" algn="r" rtl="0">
              <a:spcBef>
                <a:spcPts val="1000"/>
              </a:spcBef>
              <a:spcAft>
                <a:spcPts val="0"/>
              </a:spcAft>
              <a:buSzPts val="1800"/>
              <a:buNone/>
              <a:defRPr sz="1800"/>
            </a:lvl8pPr>
            <a:lvl9pPr lvl="8" algn="r" rtl="0">
              <a:spcBef>
                <a:spcPts val="1000"/>
              </a:spcBef>
              <a:spcAft>
                <a:spcPts val="1000"/>
              </a:spcAft>
              <a:buSzPts val="1800"/>
              <a:buNone/>
              <a:defRPr sz="1800"/>
            </a:lvl9pPr>
          </a:lstStyle>
          <a:p>
            <a:endParaRPr/>
          </a:p>
        </p:txBody>
      </p:sp>
      <p:pic>
        <p:nvPicPr>
          <p:cNvPr id="131" name="Google Shape;131;p21"/>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32" name="Google Shape;132;p21"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anelists - Multiple Images Reversed">
  <p:cSld name="TITLE_ONLY_1_1_1">
    <p:bg>
      <p:bgPr>
        <a:solidFill>
          <a:schemeClr val="accent1"/>
        </a:solidFill>
        <a:effectLst/>
      </p:bgPr>
    </p:bg>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Clr>
                <a:schemeClr val="lt1"/>
              </a:buClr>
              <a:buSzPts val="3200"/>
              <a:buFont typeface="Calibri"/>
              <a:buNone/>
              <a:defRPr b="1" i="0" u="none" strike="noStrike" cap="none">
                <a:solidFill>
                  <a:schemeClr val="lt1"/>
                </a:solidFill>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
        <p:nvSpPr>
          <p:cNvPr id="135" name="Google Shape;135;p22"/>
          <p:cNvSpPr>
            <a:spLocks noGrp="1"/>
          </p:cNvSpPr>
          <p:nvPr>
            <p:ph type="pic" idx="2"/>
          </p:nvPr>
        </p:nvSpPr>
        <p:spPr>
          <a:xfrm>
            <a:off x="531300" y="1316950"/>
            <a:ext cx="1909200" cy="1909200"/>
          </a:xfrm>
          <a:prstGeom prst="ellipse">
            <a:avLst/>
          </a:prstGeom>
          <a:noFill/>
          <a:ln>
            <a:noFill/>
          </a:ln>
        </p:spPr>
      </p:sp>
      <p:sp>
        <p:nvSpPr>
          <p:cNvPr id="136" name="Google Shape;136;p22"/>
          <p:cNvSpPr txBox="1">
            <a:spLocks noGrp="1"/>
          </p:cNvSpPr>
          <p:nvPr>
            <p:ph type="subTitle" idx="1"/>
          </p:nvPr>
        </p:nvSpPr>
        <p:spPr>
          <a:xfrm>
            <a:off x="4572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Clr>
                <a:schemeClr val="lt1"/>
              </a:buClr>
              <a:buSzPts val="1800"/>
              <a:buNone/>
              <a:defRPr sz="1800">
                <a:solidFill>
                  <a:schemeClr val="lt1"/>
                </a:solidFill>
              </a:defRPr>
            </a:lvl1pPr>
            <a:lvl2pPr lvl="1" algn="r" rtl="0">
              <a:spcBef>
                <a:spcPts val="375"/>
              </a:spcBef>
              <a:spcAft>
                <a:spcPts val="0"/>
              </a:spcAft>
              <a:buClr>
                <a:schemeClr val="lt1"/>
              </a:buClr>
              <a:buSzPts val="1800"/>
              <a:buNone/>
              <a:defRPr>
                <a:solidFill>
                  <a:schemeClr val="lt1"/>
                </a:solidFill>
              </a:defRPr>
            </a:lvl2pPr>
            <a:lvl3pPr lvl="2" algn="r" rtl="0">
              <a:spcBef>
                <a:spcPts val="1000"/>
              </a:spcBef>
              <a:spcAft>
                <a:spcPts val="0"/>
              </a:spcAft>
              <a:buClr>
                <a:schemeClr val="lt1"/>
              </a:buClr>
              <a:buSzPts val="1800"/>
              <a:buNone/>
              <a:defRPr sz="1800">
                <a:solidFill>
                  <a:schemeClr val="lt1"/>
                </a:solidFill>
              </a:defRPr>
            </a:lvl3pPr>
            <a:lvl4pPr lvl="3" algn="r" rtl="0">
              <a:spcBef>
                <a:spcPts val="1000"/>
              </a:spcBef>
              <a:spcAft>
                <a:spcPts val="0"/>
              </a:spcAft>
              <a:buClr>
                <a:schemeClr val="lt1"/>
              </a:buClr>
              <a:buSzPts val="1800"/>
              <a:buNone/>
              <a:defRPr sz="1800">
                <a:solidFill>
                  <a:schemeClr val="lt1"/>
                </a:solidFill>
              </a:defRPr>
            </a:lvl4pPr>
            <a:lvl5pPr lvl="4" algn="r" rtl="0">
              <a:spcBef>
                <a:spcPts val="1000"/>
              </a:spcBef>
              <a:spcAft>
                <a:spcPts val="0"/>
              </a:spcAft>
              <a:buClr>
                <a:schemeClr val="lt1"/>
              </a:buClr>
              <a:buSzPts val="1800"/>
              <a:buNone/>
              <a:defRPr sz="1800">
                <a:solidFill>
                  <a:schemeClr val="lt1"/>
                </a:solidFill>
              </a:defRPr>
            </a:lvl5pPr>
            <a:lvl6pPr lvl="5" algn="r" rtl="0">
              <a:spcBef>
                <a:spcPts val="1000"/>
              </a:spcBef>
              <a:spcAft>
                <a:spcPts val="0"/>
              </a:spcAft>
              <a:buClr>
                <a:schemeClr val="lt1"/>
              </a:buClr>
              <a:buSzPts val="1800"/>
              <a:buNone/>
              <a:defRPr sz="1800">
                <a:solidFill>
                  <a:schemeClr val="lt1"/>
                </a:solidFill>
              </a:defRPr>
            </a:lvl6pPr>
            <a:lvl7pPr lvl="6" algn="r" rtl="0">
              <a:spcBef>
                <a:spcPts val="1000"/>
              </a:spcBef>
              <a:spcAft>
                <a:spcPts val="0"/>
              </a:spcAft>
              <a:buClr>
                <a:schemeClr val="lt1"/>
              </a:buClr>
              <a:buSzPts val="1800"/>
              <a:buNone/>
              <a:defRPr sz="1800">
                <a:solidFill>
                  <a:schemeClr val="lt1"/>
                </a:solidFill>
              </a:defRPr>
            </a:lvl7pPr>
            <a:lvl8pPr lvl="7" algn="r" rtl="0">
              <a:spcBef>
                <a:spcPts val="1000"/>
              </a:spcBef>
              <a:spcAft>
                <a:spcPts val="0"/>
              </a:spcAft>
              <a:buClr>
                <a:schemeClr val="lt1"/>
              </a:buClr>
              <a:buSzPts val="1800"/>
              <a:buNone/>
              <a:defRPr sz="1800">
                <a:solidFill>
                  <a:schemeClr val="lt1"/>
                </a:solidFill>
              </a:defRPr>
            </a:lvl8pPr>
            <a:lvl9pPr lvl="8" algn="r" rtl="0">
              <a:spcBef>
                <a:spcPts val="1000"/>
              </a:spcBef>
              <a:spcAft>
                <a:spcPts val="1000"/>
              </a:spcAft>
              <a:buClr>
                <a:schemeClr val="lt1"/>
              </a:buClr>
              <a:buSzPts val="1800"/>
              <a:buNone/>
              <a:defRPr sz="1800">
                <a:solidFill>
                  <a:schemeClr val="lt1"/>
                </a:solidFill>
              </a:defRPr>
            </a:lvl9pPr>
          </a:lstStyle>
          <a:p>
            <a:endParaRPr/>
          </a:p>
        </p:txBody>
      </p:sp>
      <p:sp>
        <p:nvSpPr>
          <p:cNvPr id="137" name="Google Shape;137;p22"/>
          <p:cNvSpPr>
            <a:spLocks noGrp="1"/>
          </p:cNvSpPr>
          <p:nvPr>
            <p:ph type="pic" idx="3"/>
          </p:nvPr>
        </p:nvSpPr>
        <p:spPr>
          <a:xfrm>
            <a:off x="2588700" y="1316950"/>
            <a:ext cx="1909200" cy="1909200"/>
          </a:xfrm>
          <a:prstGeom prst="ellipse">
            <a:avLst/>
          </a:prstGeom>
          <a:noFill/>
          <a:ln>
            <a:noFill/>
          </a:ln>
        </p:spPr>
      </p:sp>
      <p:sp>
        <p:nvSpPr>
          <p:cNvPr id="138" name="Google Shape;138;p22"/>
          <p:cNvSpPr txBox="1">
            <a:spLocks noGrp="1"/>
          </p:cNvSpPr>
          <p:nvPr>
            <p:ph type="subTitle" idx="4"/>
          </p:nvPr>
        </p:nvSpPr>
        <p:spPr>
          <a:xfrm>
            <a:off x="25146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Clr>
                <a:schemeClr val="lt1"/>
              </a:buClr>
              <a:buSzPts val="1800"/>
              <a:buNone/>
              <a:defRPr sz="1800">
                <a:solidFill>
                  <a:schemeClr val="lt1"/>
                </a:solidFill>
              </a:defRPr>
            </a:lvl1pPr>
            <a:lvl2pPr lvl="1" algn="r" rtl="0">
              <a:spcBef>
                <a:spcPts val="375"/>
              </a:spcBef>
              <a:spcAft>
                <a:spcPts val="0"/>
              </a:spcAft>
              <a:buClr>
                <a:schemeClr val="lt1"/>
              </a:buClr>
              <a:buSzPts val="1800"/>
              <a:buNone/>
              <a:defRPr>
                <a:solidFill>
                  <a:schemeClr val="lt1"/>
                </a:solidFill>
              </a:defRPr>
            </a:lvl2pPr>
            <a:lvl3pPr lvl="2" algn="r" rtl="0">
              <a:spcBef>
                <a:spcPts val="1000"/>
              </a:spcBef>
              <a:spcAft>
                <a:spcPts val="0"/>
              </a:spcAft>
              <a:buClr>
                <a:schemeClr val="lt1"/>
              </a:buClr>
              <a:buSzPts val="1800"/>
              <a:buNone/>
              <a:defRPr sz="1800">
                <a:solidFill>
                  <a:schemeClr val="lt1"/>
                </a:solidFill>
              </a:defRPr>
            </a:lvl3pPr>
            <a:lvl4pPr lvl="3" algn="r" rtl="0">
              <a:spcBef>
                <a:spcPts val="1000"/>
              </a:spcBef>
              <a:spcAft>
                <a:spcPts val="0"/>
              </a:spcAft>
              <a:buClr>
                <a:schemeClr val="lt1"/>
              </a:buClr>
              <a:buSzPts val="1800"/>
              <a:buNone/>
              <a:defRPr sz="1800">
                <a:solidFill>
                  <a:schemeClr val="lt1"/>
                </a:solidFill>
              </a:defRPr>
            </a:lvl4pPr>
            <a:lvl5pPr lvl="4" algn="r" rtl="0">
              <a:spcBef>
                <a:spcPts val="1000"/>
              </a:spcBef>
              <a:spcAft>
                <a:spcPts val="0"/>
              </a:spcAft>
              <a:buClr>
                <a:schemeClr val="lt1"/>
              </a:buClr>
              <a:buSzPts val="1800"/>
              <a:buNone/>
              <a:defRPr sz="1800">
                <a:solidFill>
                  <a:schemeClr val="lt1"/>
                </a:solidFill>
              </a:defRPr>
            </a:lvl5pPr>
            <a:lvl6pPr lvl="5" algn="r" rtl="0">
              <a:spcBef>
                <a:spcPts val="1000"/>
              </a:spcBef>
              <a:spcAft>
                <a:spcPts val="0"/>
              </a:spcAft>
              <a:buClr>
                <a:schemeClr val="lt1"/>
              </a:buClr>
              <a:buSzPts val="1800"/>
              <a:buNone/>
              <a:defRPr sz="1800">
                <a:solidFill>
                  <a:schemeClr val="lt1"/>
                </a:solidFill>
              </a:defRPr>
            </a:lvl6pPr>
            <a:lvl7pPr lvl="6" algn="r" rtl="0">
              <a:spcBef>
                <a:spcPts val="1000"/>
              </a:spcBef>
              <a:spcAft>
                <a:spcPts val="0"/>
              </a:spcAft>
              <a:buClr>
                <a:schemeClr val="lt1"/>
              </a:buClr>
              <a:buSzPts val="1800"/>
              <a:buNone/>
              <a:defRPr sz="1800">
                <a:solidFill>
                  <a:schemeClr val="lt1"/>
                </a:solidFill>
              </a:defRPr>
            </a:lvl7pPr>
            <a:lvl8pPr lvl="7" algn="r" rtl="0">
              <a:spcBef>
                <a:spcPts val="1000"/>
              </a:spcBef>
              <a:spcAft>
                <a:spcPts val="0"/>
              </a:spcAft>
              <a:buClr>
                <a:schemeClr val="lt1"/>
              </a:buClr>
              <a:buSzPts val="1800"/>
              <a:buNone/>
              <a:defRPr sz="1800">
                <a:solidFill>
                  <a:schemeClr val="lt1"/>
                </a:solidFill>
              </a:defRPr>
            </a:lvl8pPr>
            <a:lvl9pPr lvl="8" algn="r" rtl="0">
              <a:spcBef>
                <a:spcPts val="1000"/>
              </a:spcBef>
              <a:spcAft>
                <a:spcPts val="1000"/>
              </a:spcAft>
              <a:buClr>
                <a:schemeClr val="lt1"/>
              </a:buClr>
              <a:buSzPts val="1800"/>
              <a:buNone/>
              <a:defRPr sz="1800">
                <a:solidFill>
                  <a:schemeClr val="lt1"/>
                </a:solidFill>
              </a:defRPr>
            </a:lvl9pPr>
          </a:lstStyle>
          <a:p>
            <a:endParaRPr/>
          </a:p>
        </p:txBody>
      </p:sp>
      <p:sp>
        <p:nvSpPr>
          <p:cNvPr id="139" name="Google Shape;139;p22"/>
          <p:cNvSpPr>
            <a:spLocks noGrp="1"/>
          </p:cNvSpPr>
          <p:nvPr>
            <p:ph type="pic" idx="5"/>
          </p:nvPr>
        </p:nvSpPr>
        <p:spPr>
          <a:xfrm>
            <a:off x="4646100" y="1316950"/>
            <a:ext cx="1909200" cy="1909200"/>
          </a:xfrm>
          <a:prstGeom prst="ellipse">
            <a:avLst/>
          </a:prstGeom>
          <a:noFill/>
          <a:ln>
            <a:noFill/>
          </a:ln>
        </p:spPr>
      </p:sp>
      <p:sp>
        <p:nvSpPr>
          <p:cNvPr id="140" name="Google Shape;140;p22"/>
          <p:cNvSpPr txBox="1">
            <a:spLocks noGrp="1"/>
          </p:cNvSpPr>
          <p:nvPr>
            <p:ph type="subTitle" idx="6"/>
          </p:nvPr>
        </p:nvSpPr>
        <p:spPr>
          <a:xfrm>
            <a:off x="45720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Clr>
                <a:schemeClr val="lt1"/>
              </a:buClr>
              <a:buSzPts val="1800"/>
              <a:buNone/>
              <a:defRPr sz="1800">
                <a:solidFill>
                  <a:schemeClr val="lt1"/>
                </a:solidFill>
              </a:defRPr>
            </a:lvl1pPr>
            <a:lvl2pPr lvl="1" algn="r" rtl="0">
              <a:spcBef>
                <a:spcPts val="375"/>
              </a:spcBef>
              <a:spcAft>
                <a:spcPts val="0"/>
              </a:spcAft>
              <a:buClr>
                <a:schemeClr val="lt1"/>
              </a:buClr>
              <a:buSzPts val="1800"/>
              <a:buNone/>
              <a:defRPr>
                <a:solidFill>
                  <a:schemeClr val="lt1"/>
                </a:solidFill>
              </a:defRPr>
            </a:lvl2pPr>
            <a:lvl3pPr lvl="2" algn="r" rtl="0">
              <a:spcBef>
                <a:spcPts val="1000"/>
              </a:spcBef>
              <a:spcAft>
                <a:spcPts val="0"/>
              </a:spcAft>
              <a:buClr>
                <a:schemeClr val="lt1"/>
              </a:buClr>
              <a:buSzPts val="1800"/>
              <a:buNone/>
              <a:defRPr sz="1800">
                <a:solidFill>
                  <a:schemeClr val="lt1"/>
                </a:solidFill>
              </a:defRPr>
            </a:lvl3pPr>
            <a:lvl4pPr lvl="3" algn="r" rtl="0">
              <a:spcBef>
                <a:spcPts val="1000"/>
              </a:spcBef>
              <a:spcAft>
                <a:spcPts val="0"/>
              </a:spcAft>
              <a:buClr>
                <a:schemeClr val="lt1"/>
              </a:buClr>
              <a:buSzPts val="1800"/>
              <a:buNone/>
              <a:defRPr sz="1800">
                <a:solidFill>
                  <a:schemeClr val="lt1"/>
                </a:solidFill>
              </a:defRPr>
            </a:lvl4pPr>
            <a:lvl5pPr lvl="4" algn="r" rtl="0">
              <a:spcBef>
                <a:spcPts val="1000"/>
              </a:spcBef>
              <a:spcAft>
                <a:spcPts val="0"/>
              </a:spcAft>
              <a:buClr>
                <a:schemeClr val="lt1"/>
              </a:buClr>
              <a:buSzPts val="1800"/>
              <a:buNone/>
              <a:defRPr sz="1800">
                <a:solidFill>
                  <a:schemeClr val="lt1"/>
                </a:solidFill>
              </a:defRPr>
            </a:lvl5pPr>
            <a:lvl6pPr lvl="5" algn="r" rtl="0">
              <a:spcBef>
                <a:spcPts val="1000"/>
              </a:spcBef>
              <a:spcAft>
                <a:spcPts val="0"/>
              </a:spcAft>
              <a:buClr>
                <a:schemeClr val="lt1"/>
              </a:buClr>
              <a:buSzPts val="1800"/>
              <a:buNone/>
              <a:defRPr sz="1800">
                <a:solidFill>
                  <a:schemeClr val="lt1"/>
                </a:solidFill>
              </a:defRPr>
            </a:lvl6pPr>
            <a:lvl7pPr lvl="6" algn="r" rtl="0">
              <a:spcBef>
                <a:spcPts val="1000"/>
              </a:spcBef>
              <a:spcAft>
                <a:spcPts val="0"/>
              </a:spcAft>
              <a:buClr>
                <a:schemeClr val="lt1"/>
              </a:buClr>
              <a:buSzPts val="1800"/>
              <a:buNone/>
              <a:defRPr sz="1800">
                <a:solidFill>
                  <a:schemeClr val="lt1"/>
                </a:solidFill>
              </a:defRPr>
            </a:lvl7pPr>
            <a:lvl8pPr lvl="7" algn="r" rtl="0">
              <a:spcBef>
                <a:spcPts val="1000"/>
              </a:spcBef>
              <a:spcAft>
                <a:spcPts val="0"/>
              </a:spcAft>
              <a:buClr>
                <a:schemeClr val="lt1"/>
              </a:buClr>
              <a:buSzPts val="1800"/>
              <a:buNone/>
              <a:defRPr sz="1800">
                <a:solidFill>
                  <a:schemeClr val="lt1"/>
                </a:solidFill>
              </a:defRPr>
            </a:lvl8pPr>
            <a:lvl9pPr lvl="8" algn="r" rtl="0">
              <a:spcBef>
                <a:spcPts val="1000"/>
              </a:spcBef>
              <a:spcAft>
                <a:spcPts val="1000"/>
              </a:spcAft>
              <a:buClr>
                <a:schemeClr val="lt1"/>
              </a:buClr>
              <a:buSzPts val="1800"/>
              <a:buNone/>
              <a:defRPr sz="1800">
                <a:solidFill>
                  <a:schemeClr val="lt1"/>
                </a:solidFill>
              </a:defRPr>
            </a:lvl9pPr>
          </a:lstStyle>
          <a:p>
            <a:endParaRPr/>
          </a:p>
        </p:txBody>
      </p:sp>
      <p:sp>
        <p:nvSpPr>
          <p:cNvPr id="141" name="Google Shape;141;p22"/>
          <p:cNvSpPr>
            <a:spLocks noGrp="1"/>
          </p:cNvSpPr>
          <p:nvPr>
            <p:ph type="pic" idx="7"/>
          </p:nvPr>
        </p:nvSpPr>
        <p:spPr>
          <a:xfrm>
            <a:off x="6703500" y="1316950"/>
            <a:ext cx="1909200" cy="1909200"/>
          </a:xfrm>
          <a:prstGeom prst="ellipse">
            <a:avLst/>
          </a:prstGeom>
          <a:noFill/>
          <a:ln>
            <a:noFill/>
          </a:ln>
        </p:spPr>
      </p:sp>
      <p:sp>
        <p:nvSpPr>
          <p:cNvPr id="142" name="Google Shape;142;p22"/>
          <p:cNvSpPr txBox="1">
            <a:spLocks noGrp="1"/>
          </p:cNvSpPr>
          <p:nvPr>
            <p:ph type="subTitle" idx="8"/>
          </p:nvPr>
        </p:nvSpPr>
        <p:spPr>
          <a:xfrm>
            <a:off x="6629400" y="3226150"/>
            <a:ext cx="2057400" cy="1106400"/>
          </a:xfrm>
          <a:prstGeom prst="rect">
            <a:avLst/>
          </a:prstGeom>
        </p:spPr>
        <p:txBody>
          <a:bodyPr spcFirstLastPara="1" wrap="square" lIns="0" tIns="0" rIns="0" bIns="45700" anchor="t" anchorCtr="0">
            <a:noAutofit/>
          </a:bodyPr>
          <a:lstStyle>
            <a:lvl1pPr lvl="0" algn="ctr" rtl="0">
              <a:spcBef>
                <a:spcPts val="750"/>
              </a:spcBef>
              <a:spcAft>
                <a:spcPts val="0"/>
              </a:spcAft>
              <a:buClr>
                <a:schemeClr val="lt1"/>
              </a:buClr>
              <a:buSzPts val="1800"/>
              <a:buNone/>
              <a:defRPr sz="1800">
                <a:solidFill>
                  <a:schemeClr val="lt1"/>
                </a:solidFill>
              </a:defRPr>
            </a:lvl1pPr>
            <a:lvl2pPr lvl="1" algn="r" rtl="0">
              <a:spcBef>
                <a:spcPts val="375"/>
              </a:spcBef>
              <a:spcAft>
                <a:spcPts val="0"/>
              </a:spcAft>
              <a:buClr>
                <a:schemeClr val="lt1"/>
              </a:buClr>
              <a:buSzPts val="1800"/>
              <a:buNone/>
              <a:defRPr>
                <a:solidFill>
                  <a:schemeClr val="lt1"/>
                </a:solidFill>
              </a:defRPr>
            </a:lvl2pPr>
            <a:lvl3pPr lvl="2" algn="r" rtl="0">
              <a:spcBef>
                <a:spcPts val="1000"/>
              </a:spcBef>
              <a:spcAft>
                <a:spcPts val="0"/>
              </a:spcAft>
              <a:buClr>
                <a:schemeClr val="lt1"/>
              </a:buClr>
              <a:buSzPts val="1800"/>
              <a:buNone/>
              <a:defRPr sz="1800">
                <a:solidFill>
                  <a:schemeClr val="lt1"/>
                </a:solidFill>
              </a:defRPr>
            </a:lvl3pPr>
            <a:lvl4pPr lvl="3" algn="r" rtl="0">
              <a:spcBef>
                <a:spcPts val="1000"/>
              </a:spcBef>
              <a:spcAft>
                <a:spcPts val="0"/>
              </a:spcAft>
              <a:buClr>
                <a:schemeClr val="lt1"/>
              </a:buClr>
              <a:buSzPts val="1800"/>
              <a:buNone/>
              <a:defRPr sz="1800">
                <a:solidFill>
                  <a:schemeClr val="lt1"/>
                </a:solidFill>
              </a:defRPr>
            </a:lvl4pPr>
            <a:lvl5pPr lvl="4" algn="r" rtl="0">
              <a:spcBef>
                <a:spcPts val="1000"/>
              </a:spcBef>
              <a:spcAft>
                <a:spcPts val="0"/>
              </a:spcAft>
              <a:buClr>
                <a:schemeClr val="lt1"/>
              </a:buClr>
              <a:buSzPts val="1800"/>
              <a:buNone/>
              <a:defRPr sz="1800">
                <a:solidFill>
                  <a:schemeClr val="lt1"/>
                </a:solidFill>
              </a:defRPr>
            </a:lvl5pPr>
            <a:lvl6pPr lvl="5" algn="r" rtl="0">
              <a:spcBef>
                <a:spcPts val="1000"/>
              </a:spcBef>
              <a:spcAft>
                <a:spcPts val="0"/>
              </a:spcAft>
              <a:buClr>
                <a:schemeClr val="lt1"/>
              </a:buClr>
              <a:buSzPts val="1800"/>
              <a:buNone/>
              <a:defRPr sz="1800">
                <a:solidFill>
                  <a:schemeClr val="lt1"/>
                </a:solidFill>
              </a:defRPr>
            </a:lvl6pPr>
            <a:lvl7pPr lvl="6" algn="r" rtl="0">
              <a:spcBef>
                <a:spcPts val="1000"/>
              </a:spcBef>
              <a:spcAft>
                <a:spcPts val="0"/>
              </a:spcAft>
              <a:buClr>
                <a:schemeClr val="lt1"/>
              </a:buClr>
              <a:buSzPts val="1800"/>
              <a:buNone/>
              <a:defRPr sz="1800">
                <a:solidFill>
                  <a:schemeClr val="lt1"/>
                </a:solidFill>
              </a:defRPr>
            </a:lvl7pPr>
            <a:lvl8pPr lvl="7" algn="r" rtl="0">
              <a:spcBef>
                <a:spcPts val="1000"/>
              </a:spcBef>
              <a:spcAft>
                <a:spcPts val="0"/>
              </a:spcAft>
              <a:buClr>
                <a:schemeClr val="lt1"/>
              </a:buClr>
              <a:buSzPts val="1800"/>
              <a:buNone/>
              <a:defRPr sz="1800">
                <a:solidFill>
                  <a:schemeClr val="lt1"/>
                </a:solidFill>
              </a:defRPr>
            </a:lvl8pPr>
            <a:lvl9pPr lvl="8" algn="r" rtl="0">
              <a:spcBef>
                <a:spcPts val="1000"/>
              </a:spcBef>
              <a:spcAft>
                <a:spcPts val="100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esktop Monitor Template">
  <p:cSld name="CUSTOM">
    <p:spTree>
      <p:nvGrpSpPr>
        <p:cNvPr id="1" name="Shape 143"/>
        <p:cNvGrpSpPr/>
        <p:nvPr/>
      </p:nvGrpSpPr>
      <p:grpSpPr>
        <a:xfrm>
          <a:off x="0" y="0"/>
          <a:ext cx="0" cy="0"/>
          <a:chOff x="0" y="0"/>
          <a:chExt cx="0" cy="0"/>
        </a:xfrm>
      </p:grpSpPr>
      <p:sp>
        <p:nvSpPr>
          <p:cNvPr id="144" name="Google Shape;144;p23"/>
          <p:cNvSpPr/>
          <p:nvPr/>
        </p:nvSpPr>
        <p:spPr>
          <a:xfrm>
            <a:off x="1839408" y="517219"/>
            <a:ext cx="5465194" cy="4254716"/>
          </a:xfrm>
          <a:custGeom>
            <a:avLst/>
            <a:gdLst/>
            <a:ahLst/>
            <a:cxnLst/>
            <a:rect l="l" t="t" r="r" b="b"/>
            <a:pathLst>
              <a:path w="143434" h="111665" extrusionOk="0">
                <a:moveTo>
                  <a:pt x="71751" y="2308"/>
                </a:moveTo>
                <a:lnTo>
                  <a:pt x="71887" y="2376"/>
                </a:lnTo>
                <a:lnTo>
                  <a:pt x="72091" y="2444"/>
                </a:lnTo>
                <a:lnTo>
                  <a:pt x="72159" y="2647"/>
                </a:lnTo>
                <a:lnTo>
                  <a:pt x="72226" y="2783"/>
                </a:lnTo>
                <a:lnTo>
                  <a:pt x="72159" y="2987"/>
                </a:lnTo>
                <a:lnTo>
                  <a:pt x="72091" y="3190"/>
                </a:lnTo>
                <a:lnTo>
                  <a:pt x="71887" y="3258"/>
                </a:lnTo>
                <a:lnTo>
                  <a:pt x="71751" y="3326"/>
                </a:lnTo>
                <a:lnTo>
                  <a:pt x="71548" y="3258"/>
                </a:lnTo>
                <a:lnTo>
                  <a:pt x="71344" y="3190"/>
                </a:lnTo>
                <a:lnTo>
                  <a:pt x="71276" y="2987"/>
                </a:lnTo>
                <a:lnTo>
                  <a:pt x="71208" y="2783"/>
                </a:lnTo>
                <a:lnTo>
                  <a:pt x="71276" y="2647"/>
                </a:lnTo>
                <a:lnTo>
                  <a:pt x="71344" y="2444"/>
                </a:lnTo>
                <a:lnTo>
                  <a:pt x="71548" y="2376"/>
                </a:lnTo>
                <a:lnTo>
                  <a:pt x="71751" y="2308"/>
                </a:lnTo>
                <a:close/>
                <a:moveTo>
                  <a:pt x="137528" y="5906"/>
                </a:moveTo>
                <a:lnTo>
                  <a:pt x="137596" y="5974"/>
                </a:lnTo>
                <a:lnTo>
                  <a:pt x="137596" y="89604"/>
                </a:lnTo>
                <a:lnTo>
                  <a:pt x="5906" y="89604"/>
                </a:lnTo>
                <a:lnTo>
                  <a:pt x="5906" y="5974"/>
                </a:lnTo>
                <a:lnTo>
                  <a:pt x="5906" y="5906"/>
                </a:lnTo>
                <a:close/>
                <a:moveTo>
                  <a:pt x="3530" y="0"/>
                </a:moveTo>
                <a:lnTo>
                  <a:pt x="3191" y="68"/>
                </a:lnTo>
                <a:lnTo>
                  <a:pt x="2444" y="339"/>
                </a:lnTo>
                <a:lnTo>
                  <a:pt x="1766" y="679"/>
                </a:lnTo>
                <a:lnTo>
                  <a:pt x="1155" y="1154"/>
                </a:lnTo>
                <a:lnTo>
                  <a:pt x="679" y="1765"/>
                </a:lnTo>
                <a:lnTo>
                  <a:pt x="272" y="2444"/>
                </a:lnTo>
                <a:lnTo>
                  <a:pt x="69" y="3190"/>
                </a:lnTo>
                <a:lnTo>
                  <a:pt x="1" y="3598"/>
                </a:lnTo>
                <a:lnTo>
                  <a:pt x="1" y="4005"/>
                </a:lnTo>
                <a:lnTo>
                  <a:pt x="1" y="91572"/>
                </a:lnTo>
                <a:lnTo>
                  <a:pt x="1" y="91979"/>
                </a:lnTo>
                <a:lnTo>
                  <a:pt x="69" y="92319"/>
                </a:lnTo>
                <a:lnTo>
                  <a:pt x="272" y="93065"/>
                </a:lnTo>
                <a:lnTo>
                  <a:pt x="679" y="93744"/>
                </a:lnTo>
                <a:lnTo>
                  <a:pt x="1155" y="94355"/>
                </a:lnTo>
                <a:lnTo>
                  <a:pt x="1766" y="94830"/>
                </a:lnTo>
                <a:lnTo>
                  <a:pt x="2444" y="95238"/>
                </a:lnTo>
                <a:lnTo>
                  <a:pt x="3191" y="95441"/>
                </a:lnTo>
                <a:lnTo>
                  <a:pt x="3530" y="95509"/>
                </a:lnTo>
                <a:lnTo>
                  <a:pt x="139904" y="95509"/>
                </a:lnTo>
                <a:lnTo>
                  <a:pt x="140311" y="95441"/>
                </a:lnTo>
                <a:lnTo>
                  <a:pt x="141058" y="95238"/>
                </a:lnTo>
                <a:lnTo>
                  <a:pt x="141737" y="94830"/>
                </a:lnTo>
                <a:lnTo>
                  <a:pt x="142280" y="94355"/>
                </a:lnTo>
                <a:lnTo>
                  <a:pt x="142755" y="93744"/>
                </a:lnTo>
                <a:lnTo>
                  <a:pt x="143162" y="93065"/>
                </a:lnTo>
                <a:lnTo>
                  <a:pt x="143366" y="92319"/>
                </a:lnTo>
                <a:lnTo>
                  <a:pt x="143434" y="91979"/>
                </a:lnTo>
                <a:lnTo>
                  <a:pt x="143434" y="91572"/>
                </a:lnTo>
                <a:lnTo>
                  <a:pt x="143434" y="4005"/>
                </a:lnTo>
                <a:lnTo>
                  <a:pt x="143434" y="3598"/>
                </a:lnTo>
                <a:lnTo>
                  <a:pt x="143366" y="3190"/>
                </a:lnTo>
                <a:lnTo>
                  <a:pt x="143162" y="2444"/>
                </a:lnTo>
                <a:lnTo>
                  <a:pt x="142755" y="1765"/>
                </a:lnTo>
                <a:lnTo>
                  <a:pt x="142280" y="1154"/>
                </a:lnTo>
                <a:lnTo>
                  <a:pt x="141737" y="679"/>
                </a:lnTo>
                <a:lnTo>
                  <a:pt x="141058" y="339"/>
                </a:lnTo>
                <a:lnTo>
                  <a:pt x="140311" y="68"/>
                </a:lnTo>
                <a:lnTo>
                  <a:pt x="139904" y="0"/>
                </a:lnTo>
                <a:close/>
                <a:moveTo>
                  <a:pt x="55324" y="95713"/>
                </a:moveTo>
                <a:lnTo>
                  <a:pt x="55052" y="98971"/>
                </a:lnTo>
                <a:lnTo>
                  <a:pt x="54713" y="102297"/>
                </a:lnTo>
                <a:lnTo>
                  <a:pt x="54374" y="105284"/>
                </a:lnTo>
                <a:lnTo>
                  <a:pt x="53966" y="107388"/>
                </a:lnTo>
                <a:lnTo>
                  <a:pt x="53763" y="108203"/>
                </a:lnTo>
                <a:lnTo>
                  <a:pt x="53627" y="108746"/>
                </a:lnTo>
                <a:lnTo>
                  <a:pt x="53423" y="109153"/>
                </a:lnTo>
                <a:lnTo>
                  <a:pt x="53220" y="109357"/>
                </a:lnTo>
                <a:lnTo>
                  <a:pt x="52677" y="109493"/>
                </a:lnTo>
                <a:lnTo>
                  <a:pt x="51794" y="109696"/>
                </a:lnTo>
                <a:lnTo>
                  <a:pt x="49690" y="110036"/>
                </a:lnTo>
                <a:lnTo>
                  <a:pt x="48061" y="110307"/>
                </a:lnTo>
                <a:lnTo>
                  <a:pt x="47450" y="110443"/>
                </a:lnTo>
                <a:lnTo>
                  <a:pt x="47110" y="110511"/>
                </a:lnTo>
                <a:lnTo>
                  <a:pt x="47042" y="110579"/>
                </a:lnTo>
                <a:lnTo>
                  <a:pt x="47042" y="110783"/>
                </a:lnTo>
                <a:lnTo>
                  <a:pt x="47110" y="110850"/>
                </a:lnTo>
                <a:lnTo>
                  <a:pt x="47585" y="110918"/>
                </a:lnTo>
                <a:lnTo>
                  <a:pt x="48400" y="110986"/>
                </a:lnTo>
                <a:lnTo>
                  <a:pt x="51387" y="111054"/>
                </a:lnTo>
                <a:lnTo>
                  <a:pt x="56071" y="111122"/>
                </a:lnTo>
                <a:lnTo>
                  <a:pt x="87092" y="111122"/>
                </a:lnTo>
                <a:lnTo>
                  <a:pt x="91708" y="111054"/>
                </a:lnTo>
                <a:lnTo>
                  <a:pt x="94695" y="110986"/>
                </a:lnTo>
                <a:lnTo>
                  <a:pt x="95578" y="110918"/>
                </a:lnTo>
                <a:lnTo>
                  <a:pt x="96053" y="110850"/>
                </a:lnTo>
                <a:lnTo>
                  <a:pt x="96121" y="110783"/>
                </a:lnTo>
                <a:lnTo>
                  <a:pt x="96121" y="110579"/>
                </a:lnTo>
                <a:lnTo>
                  <a:pt x="96053" y="110511"/>
                </a:lnTo>
                <a:lnTo>
                  <a:pt x="95713" y="110443"/>
                </a:lnTo>
                <a:lnTo>
                  <a:pt x="95102" y="110307"/>
                </a:lnTo>
                <a:lnTo>
                  <a:pt x="93473" y="110036"/>
                </a:lnTo>
                <a:lnTo>
                  <a:pt x="91369" y="109696"/>
                </a:lnTo>
                <a:lnTo>
                  <a:pt x="90487" y="109493"/>
                </a:lnTo>
                <a:lnTo>
                  <a:pt x="89943" y="109357"/>
                </a:lnTo>
                <a:lnTo>
                  <a:pt x="89740" y="109153"/>
                </a:lnTo>
                <a:lnTo>
                  <a:pt x="89536" y="108746"/>
                </a:lnTo>
                <a:lnTo>
                  <a:pt x="89333" y="108203"/>
                </a:lnTo>
                <a:lnTo>
                  <a:pt x="89197" y="107388"/>
                </a:lnTo>
                <a:lnTo>
                  <a:pt x="88789" y="105284"/>
                </a:lnTo>
                <a:lnTo>
                  <a:pt x="88382" y="102297"/>
                </a:lnTo>
                <a:lnTo>
                  <a:pt x="88043" y="98971"/>
                </a:lnTo>
                <a:lnTo>
                  <a:pt x="87839" y="95713"/>
                </a:lnTo>
                <a:close/>
                <a:moveTo>
                  <a:pt x="47450" y="111054"/>
                </a:moveTo>
                <a:lnTo>
                  <a:pt x="47450" y="111122"/>
                </a:lnTo>
                <a:lnTo>
                  <a:pt x="47450" y="111393"/>
                </a:lnTo>
                <a:lnTo>
                  <a:pt x="47518" y="111461"/>
                </a:lnTo>
                <a:lnTo>
                  <a:pt x="48807" y="111529"/>
                </a:lnTo>
                <a:lnTo>
                  <a:pt x="52473" y="111597"/>
                </a:lnTo>
                <a:lnTo>
                  <a:pt x="62384" y="111665"/>
                </a:lnTo>
                <a:lnTo>
                  <a:pt x="80779" y="111665"/>
                </a:lnTo>
                <a:lnTo>
                  <a:pt x="90622" y="111597"/>
                </a:lnTo>
                <a:lnTo>
                  <a:pt x="94356" y="111529"/>
                </a:lnTo>
                <a:lnTo>
                  <a:pt x="95646" y="111461"/>
                </a:lnTo>
                <a:lnTo>
                  <a:pt x="95713" y="111393"/>
                </a:lnTo>
                <a:lnTo>
                  <a:pt x="95713" y="111122"/>
                </a:lnTo>
                <a:lnTo>
                  <a:pt x="95646" y="111054"/>
                </a:lnTo>
                <a:lnTo>
                  <a:pt x="94084" y="111122"/>
                </a:lnTo>
                <a:lnTo>
                  <a:pt x="91233" y="111190"/>
                </a:lnTo>
                <a:lnTo>
                  <a:pt x="80847" y="111258"/>
                </a:lnTo>
                <a:lnTo>
                  <a:pt x="62316" y="111258"/>
                </a:lnTo>
                <a:lnTo>
                  <a:pt x="51930" y="111190"/>
                </a:lnTo>
                <a:lnTo>
                  <a:pt x="49079" y="111122"/>
                </a:lnTo>
                <a:lnTo>
                  <a:pt x="47518" y="111054"/>
                </a:lnTo>
                <a:close/>
              </a:path>
            </a:pathLst>
          </a:cu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5" name="Google Shape;145;p23"/>
          <p:cNvSpPr>
            <a:spLocks noGrp="1"/>
          </p:cNvSpPr>
          <p:nvPr>
            <p:ph type="pic" idx="2"/>
          </p:nvPr>
        </p:nvSpPr>
        <p:spPr>
          <a:xfrm>
            <a:off x="2059700" y="723250"/>
            <a:ext cx="5013300" cy="3199500"/>
          </a:xfrm>
          <a:prstGeom prst="rect">
            <a:avLst/>
          </a:prstGeom>
          <a:noFill/>
          <a:ln>
            <a:noFill/>
          </a:ln>
        </p:spPr>
      </p:sp>
      <p:sp>
        <p:nvSpPr>
          <p:cNvPr id="146" name="Google Shape;146;p23"/>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7" name="Google Shape;147;p23"/>
          <p:cNvPicPr preferRelativeResize="0"/>
          <p:nvPr/>
        </p:nvPicPr>
        <p:blipFill>
          <a:blip r:embed="rId2">
            <a:alphaModFix/>
          </a:blip>
          <a:stretch>
            <a:fillRect/>
          </a:stretch>
        </p:blipFill>
        <p:spPr>
          <a:xfrm>
            <a:off x="8161300" y="4731525"/>
            <a:ext cx="754751" cy="293075"/>
          </a:xfrm>
          <a:prstGeom prst="rect">
            <a:avLst/>
          </a:prstGeom>
          <a:noFill/>
          <a:ln>
            <a:noFill/>
          </a:ln>
        </p:spPr>
      </p:pic>
      <p:pic>
        <p:nvPicPr>
          <p:cNvPr id="148" name="Google Shape;148;p23"/>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49" name="Google Shape;149;p23"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obile Smartphone Project">
  <p:cSld name="CUSTOM_1">
    <p:spTree>
      <p:nvGrpSpPr>
        <p:cNvPr id="1" name="Shape 150"/>
        <p:cNvGrpSpPr/>
        <p:nvPr/>
      </p:nvGrpSpPr>
      <p:grpSpPr>
        <a:xfrm>
          <a:off x="0" y="0"/>
          <a:ext cx="0" cy="0"/>
          <a:chOff x="0" y="0"/>
          <a:chExt cx="0" cy="0"/>
        </a:xfrm>
      </p:grpSpPr>
      <p:grpSp>
        <p:nvGrpSpPr>
          <p:cNvPr id="151" name="Google Shape;151;p24"/>
          <p:cNvGrpSpPr/>
          <p:nvPr/>
        </p:nvGrpSpPr>
        <p:grpSpPr>
          <a:xfrm>
            <a:off x="5569549" y="457193"/>
            <a:ext cx="2012963" cy="4175284"/>
            <a:chOff x="2547150" y="238125"/>
            <a:chExt cx="2525675" cy="5238750"/>
          </a:xfrm>
        </p:grpSpPr>
        <p:sp>
          <p:nvSpPr>
            <p:cNvPr id="152" name="Google Shape;152;p24"/>
            <p:cNvSpPr/>
            <p:nvPr/>
          </p:nvSpPr>
          <p:spPr>
            <a:xfrm>
              <a:off x="2547150" y="238125"/>
              <a:ext cx="2525675" cy="5238750"/>
            </a:xfrm>
            <a:custGeom>
              <a:avLst/>
              <a:gdLst/>
              <a:ahLst/>
              <a:cxnLst/>
              <a:rect l="l" t="t" r="r" b="b"/>
              <a:pathLst>
                <a:path w="101027" h="209550" extrusionOk="0">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3" name="Google Shape;153;p24"/>
            <p:cNvSpPr/>
            <p:nvPr/>
          </p:nvSpPr>
          <p:spPr>
            <a:xfrm>
              <a:off x="3557025" y="5147100"/>
              <a:ext cx="504050" cy="179900"/>
            </a:xfrm>
            <a:custGeom>
              <a:avLst/>
              <a:gdLst/>
              <a:ahLst/>
              <a:cxnLst/>
              <a:rect l="l" t="t" r="r" b="b"/>
              <a:pathLst>
                <a:path w="20162" h="7196" extrusionOk="0">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4" name="Google Shape;154;p24"/>
            <p:cNvSpPr/>
            <p:nvPr/>
          </p:nvSpPr>
          <p:spPr>
            <a:xfrm>
              <a:off x="3008050" y="423600"/>
              <a:ext cx="99325" cy="99325"/>
            </a:xfrm>
            <a:custGeom>
              <a:avLst/>
              <a:gdLst/>
              <a:ahLst/>
              <a:cxnLst/>
              <a:rect l="l" t="t" r="r" b="b"/>
              <a:pathLst>
                <a:path w="3973" h="3973" extrusionOk="0">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5" name="Google Shape;155;p24"/>
            <p:cNvSpPr/>
            <p:nvPr/>
          </p:nvSpPr>
          <p:spPr>
            <a:xfrm>
              <a:off x="3566400" y="434850"/>
              <a:ext cx="487175" cy="76850"/>
            </a:xfrm>
            <a:custGeom>
              <a:avLst/>
              <a:gdLst/>
              <a:ahLst/>
              <a:cxnLst/>
              <a:rect l="l" t="t" r="r" b="b"/>
              <a:pathLst>
                <a:path w="19487" h="3074" extrusionOk="0">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56" name="Google Shape;156;p24"/>
          <p:cNvSpPr>
            <a:spLocks noGrp="1"/>
          </p:cNvSpPr>
          <p:nvPr>
            <p:ph type="pic" idx="2"/>
          </p:nvPr>
        </p:nvSpPr>
        <p:spPr>
          <a:xfrm>
            <a:off x="5609317" y="834204"/>
            <a:ext cx="1919700" cy="3411900"/>
          </a:xfrm>
          <a:prstGeom prst="rect">
            <a:avLst/>
          </a:prstGeom>
          <a:noFill/>
          <a:ln>
            <a:noFill/>
          </a:ln>
        </p:spPr>
      </p:sp>
      <p:sp>
        <p:nvSpPr>
          <p:cNvPr id="157" name="Google Shape;157;p24"/>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24"/>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59" name="Google Shape;159;p24"/>
          <p:cNvSpPr txBox="1">
            <a:spLocks noGrp="1"/>
          </p:cNvSpPr>
          <p:nvPr>
            <p:ph type="title"/>
          </p:nvPr>
        </p:nvSpPr>
        <p:spPr>
          <a:xfrm>
            <a:off x="457200" y="276750"/>
            <a:ext cx="4114800" cy="1376400"/>
          </a:xfrm>
          <a:prstGeom prst="rect">
            <a:avLst/>
          </a:prstGeom>
          <a:noFill/>
          <a:ln>
            <a:noFill/>
          </a:ln>
        </p:spPr>
        <p:txBody>
          <a:bodyPr spcFirstLastPara="1" wrap="square" lIns="0" tIns="0" rIns="0" bIns="45700" anchor="t" anchorCtr="0">
            <a:noAutofit/>
          </a:bodyPr>
          <a:lstStyle>
            <a:lvl1pPr lvl="0" algn="l" rtl="0">
              <a:lnSpc>
                <a:spcPct val="80000"/>
              </a:lnSpc>
              <a:spcBef>
                <a:spcPts val="0"/>
              </a:spcBef>
              <a:spcAft>
                <a:spcPts val="0"/>
              </a:spcAft>
              <a:buClr>
                <a:schemeClr val="accent1"/>
              </a:buClr>
              <a:buSzPts val="1800"/>
              <a:buNone/>
              <a:defRPr>
                <a:solidFill>
                  <a:schemeClr val="accent1"/>
                </a:solidFill>
              </a:defRPr>
            </a:lvl1pPr>
            <a:lvl2pPr lvl="1" algn="l" rtl="0">
              <a:lnSpc>
                <a:spcPct val="100000"/>
              </a:lnSpc>
              <a:spcBef>
                <a:spcPts val="0"/>
              </a:spcBef>
              <a:spcAft>
                <a:spcPts val="0"/>
              </a:spcAft>
              <a:buClr>
                <a:schemeClr val="lt1"/>
              </a:buClr>
              <a:buSzPts val="1400"/>
              <a:buNone/>
              <a:defRPr>
                <a:solidFill>
                  <a:schemeClr val="lt1"/>
                </a:solidFill>
              </a:defRPr>
            </a:lvl2pPr>
            <a:lvl3pPr lvl="2" algn="l" rtl="0">
              <a:lnSpc>
                <a:spcPct val="100000"/>
              </a:lnSpc>
              <a:spcBef>
                <a:spcPts val="0"/>
              </a:spcBef>
              <a:spcAft>
                <a:spcPts val="0"/>
              </a:spcAft>
              <a:buClr>
                <a:schemeClr val="lt1"/>
              </a:buClr>
              <a:buSzPts val="1400"/>
              <a:buNone/>
              <a:defRPr>
                <a:solidFill>
                  <a:schemeClr val="lt1"/>
                </a:solidFill>
              </a:defRPr>
            </a:lvl3pPr>
            <a:lvl4pPr lvl="3" algn="l" rtl="0">
              <a:lnSpc>
                <a:spcPct val="100000"/>
              </a:lnSpc>
              <a:spcBef>
                <a:spcPts val="0"/>
              </a:spcBef>
              <a:spcAft>
                <a:spcPts val="0"/>
              </a:spcAft>
              <a:buClr>
                <a:schemeClr val="lt1"/>
              </a:buClr>
              <a:buSzPts val="1400"/>
              <a:buNone/>
              <a:defRPr>
                <a:solidFill>
                  <a:schemeClr val="lt1"/>
                </a:solidFill>
              </a:defRPr>
            </a:lvl4pPr>
            <a:lvl5pPr lvl="4" algn="l" rtl="0">
              <a:lnSpc>
                <a:spcPct val="100000"/>
              </a:lnSpc>
              <a:spcBef>
                <a:spcPts val="0"/>
              </a:spcBef>
              <a:spcAft>
                <a:spcPts val="0"/>
              </a:spcAft>
              <a:buClr>
                <a:schemeClr val="lt1"/>
              </a:buClr>
              <a:buSzPts val="1400"/>
              <a:buNone/>
              <a:defRPr>
                <a:solidFill>
                  <a:schemeClr val="lt1"/>
                </a:solidFill>
              </a:defRPr>
            </a:lvl5pPr>
            <a:lvl6pPr lvl="5" algn="l" rtl="0">
              <a:lnSpc>
                <a:spcPct val="100000"/>
              </a:lnSpc>
              <a:spcBef>
                <a:spcPts val="0"/>
              </a:spcBef>
              <a:spcAft>
                <a:spcPts val="0"/>
              </a:spcAft>
              <a:buClr>
                <a:schemeClr val="lt1"/>
              </a:buClr>
              <a:buSzPts val="1400"/>
              <a:buNone/>
              <a:defRPr>
                <a:solidFill>
                  <a:schemeClr val="lt1"/>
                </a:solidFill>
              </a:defRPr>
            </a:lvl6pPr>
            <a:lvl7pPr lvl="6" algn="l" rtl="0">
              <a:lnSpc>
                <a:spcPct val="100000"/>
              </a:lnSpc>
              <a:spcBef>
                <a:spcPts val="0"/>
              </a:spcBef>
              <a:spcAft>
                <a:spcPts val="0"/>
              </a:spcAft>
              <a:buClr>
                <a:schemeClr val="lt1"/>
              </a:buClr>
              <a:buSzPts val="1400"/>
              <a:buNone/>
              <a:defRPr>
                <a:solidFill>
                  <a:schemeClr val="lt1"/>
                </a:solidFill>
              </a:defRPr>
            </a:lvl7pPr>
            <a:lvl8pPr lvl="7" algn="l" rtl="0">
              <a:lnSpc>
                <a:spcPct val="100000"/>
              </a:lnSpc>
              <a:spcBef>
                <a:spcPts val="0"/>
              </a:spcBef>
              <a:spcAft>
                <a:spcPts val="0"/>
              </a:spcAft>
              <a:buClr>
                <a:schemeClr val="lt1"/>
              </a:buClr>
              <a:buSzPts val="1400"/>
              <a:buNone/>
              <a:defRPr>
                <a:solidFill>
                  <a:schemeClr val="lt1"/>
                </a:solidFill>
              </a:defRPr>
            </a:lvl8pPr>
            <a:lvl9pPr lvl="8" algn="l"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60" name="Google Shape;160;p24"/>
          <p:cNvSpPr txBox="1">
            <a:spLocks noGrp="1"/>
          </p:cNvSpPr>
          <p:nvPr>
            <p:ph type="body" idx="1"/>
          </p:nvPr>
        </p:nvSpPr>
        <p:spPr>
          <a:xfrm>
            <a:off x="461950" y="1653000"/>
            <a:ext cx="4114800" cy="29799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pic>
        <p:nvPicPr>
          <p:cNvPr id="161" name="Google Shape;161;p24"/>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62" name="Google Shape;162;p24"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t Project">
  <p:cSld name="CUSTOM_1_1">
    <p:spTree>
      <p:nvGrpSpPr>
        <p:cNvPr id="1" name="Shape 163"/>
        <p:cNvGrpSpPr/>
        <p:nvPr/>
      </p:nvGrpSpPr>
      <p:grpSpPr>
        <a:xfrm>
          <a:off x="0" y="0"/>
          <a:ext cx="0" cy="0"/>
          <a:chOff x="0" y="0"/>
          <a:chExt cx="0" cy="0"/>
        </a:xfrm>
      </p:grpSpPr>
      <p:sp>
        <p:nvSpPr>
          <p:cNvPr id="164" name="Google Shape;164;p25"/>
          <p:cNvSpPr>
            <a:spLocks noGrp="1"/>
          </p:cNvSpPr>
          <p:nvPr>
            <p:ph type="pic" idx="2"/>
          </p:nvPr>
        </p:nvSpPr>
        <p:spPr>
          <a:xfrm>
            <a:off x="5328875" y="830575"/>
            <a:ext cx="2586600" cy="3462300"/>
          </a:xfrm>
          <a:prstGeom prst="rect">
            <a:avLst/>
          </a:prstGeom>
          <a:noFill/>
          <a:ln>
            <a:noFill/>
          </a:ln>
        </p:spPr>
      </p:sp>
      <p:sp>
        <p:nvSpPr>
          <p:cNvPr id="165" name="Google Shape;165;p25"/>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6" name="Google Shape;166;p25"/>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67" name="Google Shape;167;p25"/>
          <p:cNvSpPr txBox="1">
            <a:spLocks noGrp="1"/>
          </p:cNvSpPr>
          <p:nvPr>
            <p:ph type="title"/>
          </p:nvPr>
        </p:nvSpPr>
        <p:spPr>
          <a:xfrm>
            <a:off x="457200" y="276750"/>
            <a:ext cx="4114800" cy="1376100"/>
          </a:xfrm>
          <a:prstGeom prst="rect">
            <a:avLst/>
          </a:prstGeom>
          <a:noFill/>
          <a:ln>
            <a:noFill/>
          </a:ln>
        </p:spPr>
        <p:txBody>
          <a:bodyPr spcFirstLastPara="1" wrap="square" lIns="0" tIns="0" rIns="0" bIns="45700" anchor="t" anchorCtr="0">
            <a:noAutofit/>
          </a:bodyPr>
          <a:lstStyle>
            <a:lvl1pPr lvl="0" algn="l" rtl="0">
              <a:lnSpc>
                <a:spcPct val="80000"/>
              </a:lnSpc>
              <a:spcBef>
                <a:spcPts val="0"/>
              </a:spcBef>
              <a:spcAft>
                <a:spcPts val="0"/>
              </a:spcAft>
              <a:buClr>
                <a:schemeClr val="accent1"/>
              </a:buClr>
              <a:buSzPts val="1800"/>
              <a:buNone/>
              <a:defRPr>
                <a:solidFill>
                  <a:schemeClr val="accent1"/>
                </a:solidFill>
              </a:defRPr>
            </a:lvl1pPr>
            <a:lvl2pPr lvl="1" algn="l" rtl="0">
              <a:lnSpc>
                <a:spcPct val="100000"/>
              </a:lnSpc>
              <a:spcBef>
                <a:spcPts val="0"/>
              </a:spcBef>
              <a:spcAft>
                <a:spcPts val="0"/>
              </a:spcAft>
              <a:buClr>
                <a:schemeClr val="lt1"/>
              </a:buClr>
              <a:buSzPts val="1400"/>
              <a:buNone/>
              <a:defRPr>
                <a:solidFill>
                  <a:schemeClr val="lt1"/>
                </a:solidFill>
              </a:defRPr>
            </a:lvl2pPr>
            <a:lvl3pPr lvl="2" algn="l" rtl="0">
              <a:lnSpc>
                <a:spcPct val="100000"/>
              </a:lnSpc>
              <a:spcBef>
                <a:spcPts val="0"/>
              </a:spcBef>
              <a:spcAft>
                <a:spcPts val="0"/>
              </a:spcAft>
              <a:buClr>
                <a:schemeClr val="lt1"/>
              </a:buClr>
              <a:buSzPts val="1400"/>
              <a:buNone/>
              <a:defRPr>
                <a:solidFill>
                  <a:schemeClr val="lt1"/>
                </a:solidFill>
              </a:defRPr>
            </a:lvl3pPr>
            <a:lvl4pPr lvl="3" algn="l" rtl="0">
              <a:lnSpc>
                <a:spcPct val="100000"/>
              </a:lnSpc>
              <a:spcBef>
                <a:spcPts val="0"/>
              </a:spcBef>
              <a:spcAft>
                <a:spcPts val="0"/>
              </a:spcAft>
              <a:buClr>
                <a:schemeClr val="lt1"/>
              </a:buClr>
              <a:buSzPts val="1400"/>
              <a:buNone/>
              <a:defRPr>
                <a:solidFill>
                  <a:schemeClr val="lt1"/>
                </a:solidFill>
              </a:defRPr>
            </a:lvl4pPr>
            <a:lvl5pPr lvl="4" algn="l" rtl="0">
              <a:lnSpc>
                <a:spcPct val="100000"/>
              </a:lnSpc>
              <a:spcBef>
                <a:spcPts val="0"/>
              </a:spcBef>
              <a:spcAft>
                <a:spcPts val="0"/>
              </a:spcAft>
              <a:buClr>
                <a:schemeClr val="lt1"/>
              </a:buClr>
              <a:buSzPts val="1400"/>
              <a:buNone/>
              <a:defRPr>
                <a:solidFill>
                  <a:schemeClr val="lt1"/>
                </a:solidFill>
              </a:defRPr>
            </a:lvl5pPr>
            <a:lvl6pPr lvl="5" algn="l" rtl="0">
              <a:lnSpc>
                <a:spcPct val="100000"/>
              </a:lnSpc>
              <a:spcBef>
                <a:spcPts val="0"/>
              </a:spcBef>
              <a:spcAft>
                <a:spcPts val="0"/>
              </a:spcAft>
              <a:buClr>
                <a:schemeClr val="lt1"/>
              </a:buClr>
              <a:buSzPts val="1400"/>
              <a:buNone/>
              <a:defRPr>
                <a:solidFill>
                  <a:schemeClr val="lt1"/>
                </a:solidFill>
              </a:defRPr>
            </a:lvl6pPr>
            <a:lvl7pPr lvl="6" algn="l" rtl="0">
              <a:lnSpc>
                <a:spcPct val="100000"/>
              </a:lnSpc>
              <a:spcBef>
                <a:spcPts val="0"/>
              </a:spcBef>
              <a:spcAft>
                <a:spcPts val="0"/>
              </a:spcAft>
              <a:buClr>
                <a:schemeClr val="lt1"/>
              </a:buClr>
              <a:buSzPts val="1400"/>
              <a:buNone/>
              <a:defRPr>
                <a:solidFill>
                  <a:schemeClr val="lt1"/>
                </a:solidFill>
              </a:defRPr>
            </a:lvl7pPr>
            <a:lvl8pPr lvl="7" algn="l" rtl="0">
              <a:lnSpc>
                <a:spcPct val="100000"/>
              </a:lnSpc>
              <a:spcBef>
                <a:spcPts val="0"/>
              </a:spcBef>
              <a:spcAft>
                <a:spcPts val="0"/>
              </a:spcAft>
              <a:buClr>
                <a:schemeClr val="lt1"/>
              </a:buClr>
              <a:buSzPts val="1400"/>
              <a:buNone/>
              <a:defRPr>
                <a:solidFill>
                  <a:schemeClr val="lt1"/>
                </a:solidFill>
              </a:defRPr>
            </a:lvl8pPr>
            <a:lvl9pPr lvl="8" algn="l"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68" name="Google Shape;168;p25"/>
          <p:cNvSpPr txBox="1">
            <a:spLocks noGrp="1"/>
          </p:cNvSpPr>
          <p:nvPr>
            <p:ph type="body" idx="1"/>
          </p:nvPr>
        </p:nvSpPr>
        <p:spPr>
          <a:xfrm>
            <a:off x="461950" y="1653000"/>
            <a:ext cx="4114800" cy="29799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grpSp>
        <p:nvGrpSpPr>
          <p:cNvPr id="169" name="Google Shape;169;p25"/>
          <p:cNvGrpSpPr/>
          <p:nvPr/>
        </p:nvGrpSpPr>
        <p:grpSpPr>
          <a:xfrm>
            <a:off x="5253918" y="460534"/>
            <a:ext cx="2736410" cy="4222433"/>
            <a:chOff x="2112475" y="238125"/>
            <a:chExt cx="3395050" cy="5238750"/>
          </a:xfrm>
        </p:grpSpPr>
        <p:sp>
          <p:nvSpPr>
            <p:cNvPr id="170" name="Google Shape;170;p25"/>
            <p:cNvSpPr/>
            <p:nvPr/>
          </p:nvSpPr>
          <p:spPr>
            <a:xfrm>
              <a:off x="2112475" y="238125"/>
              <a:ext cx="3395050" cy="5238750"/>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1" name="Google Shape;171;p25"/>
            <p:cNvSpPr/>
            <p:nvPr/>
          </p:nvSpPr>
          <p:spPr>
            <a:xfrm>
              <a:off x="3671350" y="5147100"/>
              <a:ext cx="279175" cy="179900"/>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2" name="Google Shape;172;p25"/>
            <p:cNvSpPr/>
            <p:nvPr/>
          </p:nvSpPr>
          <p:spPr>
            <a:xfrm>
              <a:off x="3650725" y="446100"/>
              <a:ext cx="54375" cy="54350"/>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3" name="Google Shape;173;p25"/>
            <p:cNvSpPr/>
            <p:nvPr/>
          </p:nvSpPr>
          <p:spPr>
            <a:xfrm>
              <a:off x="3761275" y="423600"/>
              <a:ext cx="99325" cy="99325"/>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74" name="Google Shape;174;p25"/>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75" name="Google Shape;175;p25"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esktop Project">
  <p:cSld name="CUSTOM_1_1_1">
    <p:spTree>
      <p:nvGrpSpPr>
        <p:cNvPr id="1" name="Shape 176"/>
        <p:cNvGrpSpPr/>
        <p:nvPr/>
      </p:nvGrpSpPr>
      <p:grpSpPr>
        <a:xfrm>
          <a:off x="0" y="0"/>
          <a:ext cx="0" cy="0"/>
          <a:chOff x="0" y="0"/>
          <a:chExt cx="0" cy="0"/>
        </a:xfrm>
      </p:grpSpPr>
      <p:sp>
        <p:nvSpPr>
          <p:cNvPr id="177" name="Google Shape;177;p26"/>
          <p:cNvSpPr/>
          <p:nvPr/>
        </p:nvSpPr>
        <p:spPr>
          <a:xfrm>
            <a:off x="0" y="0"/>
            <a:ext cx="9144000" cy="6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26"/>
          <p:cNvPicPr preferRelativeResize="0"/>
          <p:nvPr/>
        </p:nvPicPr>
        <p:blipFill>
          <a:blip r:embed="rId2">
            <a:alphaModFix/>
          </a:blip>
          <a:stretch>
            <a:fillRect/>
          </a:stretch>
        </p:blipFill>
        <p:spPr>
          <a:xfrm>
            <a:off x="8161300" y="4731525"/>
            <a:ext cx="754751" cy="293075"/>
          </a:xfrm>
          <a:prstGeom prst="rect">
            <a:avLst/>
          </a:prstGeom>
          <a:noFill/>
          <a:ln>
            <a:noFill/>
          </a:ln>
        </p:spPr>
      </p:pic>
      <p:sp>
        <p:nvSpPr>
          <p:cNvPr id="179" name="Google Shape;179;p26"/>
          <p:cNvSpPr txBox="1">
            <a:spLocks noGrp="1"/>
          </p:cNvSpPr>
          <p:nvPr>
            <p:ph type="title"/>
          </p:nvPr>
        </p:nvSpPr>
        <p:spPr>
          <a:xfrm>
            <a:off x="457200" y="276750"/>
            <a:ext cx="2925000" cy="1771200"/>
          </a:xfrm>
          <a:prstGeom prst="rect">
            <a:avLst/>
          </a:prstGeom>
          <a:noFill/>
          <a:ln>
            <a:noFill/>
          </a:ln>
        </p:spPr>
        <p:txBody>
          <a:bodyPr spcFirstLastPara="1" wrap="square" lIns="0" tIns="0" rIns="0" bIns="45700" anchor="t" anchorCtr="0">
            <a:noAutofit/>
          </a:bodyPr>
          <a:lstStyle>
            <a:lvl1pPr lvl="0" algn="l" rtl="0">
              <a:lnSpc>
                <a:spcPct val="80000"/>
              </a:lnSpc>
              <a:spcBef>
                <a:spcPts val="0"/>
              </a:spcBef>
              <a:spcAft>
                <a:spcPts val="0"/>
              </a:spcAft>
              <a:buClr>
                <a:schemeClr val="accent1"/>
              </a:buClr>
              <a:buSzPts val="1800"/>
              <a:buNone/>
              <a:defRPr>
                <a:solidFill>
                  <a:schemeClr val="accent1"/>
                </a:solidFill>
              </a:defRPr>
            </a:lvl1pPr>
            <a:lvl2pPr lvl="1" algn="l" rtl="0">
              <a:lnSpc>
                <a:spcPct val="100000"/>
              </a:lnSpc>
              <a:spcBef>
                <a:spcPts val="0"/>
              </a:spcBef>
              <a:spcAft>
                <a:spcPts val="0"/>
              </a:spcAft>
              <a:buClr>
                <a:schemeClr val="lt1"/>
              </a:buClr>
              <a:buSzPts val="1400"/>
              <a:buNone/>
              <a:defRPr>
                <a:solidFill>
                  <a:schemeClr val="lt1"/>
                </a:solidFill>
              </a:defRPr>
            </a:lvl2pPr>
            <a:lvl3pPr lvl="2" algn="l" rtl="0">
              <a:lnSpc>
                <a:spcPct val="100000"/>
              </a:lnSpc>
              <a:spcBef>
                <a:spcPts val="0"/>
              </a:spcBef>
              <a:spcAft>
                <a:spcPts val="0"/>
              </a:spcAft>
              <a:buClr>
                <a:schemeClr val="lt1"/>
              </a:buClr>
              <a:buSzPts val="1400"/>
              <a:buNone/>
              <a:defRPr>
                <a:solidFill>
                  <a:schemeClr val="lt1"/>
                </a:solidFill>
              </a:defRPr>
            </a:lvl3pPr>
            <a:lvl4pPr lvl="3" algn="l" rtl="0">
              <a:lnSpc>
                <a:spcPct val="100000"/>
              </a:lnSpc>
              <a:spcBef>
                <a:spcPts val="0"/>
              </a:spcBef>
              <a:spcAft>
                <a:spcPts val="0"/>
              </a:spcAft>
              <a:buClr>
                <a:schemeClr val="lt1"/>
              </a:buClr>
              <a:buSzPts val="1400"/>
              <a:buNone/>
              <a:defRPr>
                <a:solidFill>
                  <a:schemeClr val="lt1"/>
                </a:solidFill>
              </a:defRPr>
            </a:lvl4pPr>
            <a:lvl5pPr lvl="4" algn="l" rtl="0">
              <a:lnSpc>
                <a:spcPct val="100000"/>
              </a:lnSpc>
              <a:spcBef>
                <a:spcPts val="0"/>
              </a:spcBef>
              <a:spcAft>
                <a:spcPts val="0"/>
              </a:spcAft>
              <a:buClr>
                <a:schemeClr val="lt1"/>
              </a:buClr>
              <a:buSzPts val="1400"/>
              <a:buNone/>
              <a:defRPr>
                <a:solidFill>
                  <a:schemeClr val="lt1"/>
                </a:solidFill>
              </a:defRPr>
            </a:lvl5pPr>
            <a:lvl6pPr lvl="5" algn="l" rtl="0">
              <a:lnSpc>
                <a:spcPct val="100000"/>
              </a:lnSpc>
              <a:spcBef>
                <a:spcPts val="0"/>
              </a:spcBef>
              <a:spcAft>
                <a:spcPts val="0"/>
              </a:spcAft>
              <a:buClr>
                <a:schemeClr val="lt1"/>
              </a:buClr>
              <a:buSzPts val="1400"/>
              <a:buNone/>
              <a:defRPr>
                <a:solidFill>
                  <a:schemeClr val="lt1"/>
                </a:solidFill>
              </a:defRPr>
            </a:lvl6pPr>
            <a:lvl7pPr lvl="6" algn="l" rtl="0">
              <a:lnSpc>
                <a:spcPct val="100000"/>
              </a:lnSpc>
              <a:spcBef>
                <a:spcPts val="0"/>
              </a:spcBef>
              <a:spcAft>
                <a:spcPts val="0"/>
              </a:spcAft>
              <a:buClr>
                <a:schemeClr val="lt1"/>
              </a:buClr>
              <a:buSzPts val="1400"/>
              <a:buNone/>
              <a:defRPr>
                <a:solidFill>
                  <a:schemeClr val="lt1"/>
                </a:solidFill>
              </a:defRPr>
            </a:lvl7pPr>
            <a:lvl8pPr lvl="7" algn="l" rtl="0">
              <a:lnSpc>
                <a:spcPct val="100000"/>
              </a:lnSpc>
              <a:spcBef>
                <a:spcPts val="0"/>
              </a:spcBef>
              <a:spcAft>
                <a:spcPts val="0"/>
              </a:spcAft>
              <a:buClr>
                <a:schemeClr val="lt1"/>
              </a:buClr>
              <a:buSzPts val="1400"/>
              <a:buNone/>
              <a:defRPr>
                <a:solidFill>
                  <a:schemeClr val="lt1"/>
                </a:solidFill>
              </a:defRPr>
            </a:lvl8pPr>
            <a:lvl9pPr lvl="8" algn="l"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80" name="Google Shape;180;p26"/>
          <p:cNvSpPr txBox="1">
            <a:spLocks noGrp="1"/>
          </p:cNvSpPr>
          <p:nvPr>
            <p:ph type="body" idx="1"/>
          </p:nvPr>
        </p:nvSpPr>
        <p:spPr>
          <a:xfrm>
            <a:off x="461950" y="2048100"/>
            <a:ext cx="2850300" cy="2584800"/>
          </a:xfrm>
          <a:prstGeom prst="rect">
            <a:avLst/>
          </a:prstGeom>
        </p:spPr>
        <p:txBody>
          <a:bodyPr spcFirstLastPara="1" wrap="square" lIns="0" tIns="0" rIns="0" bIns="45700" anchor="t" anchorCtr="0">
            <a:noAutofit/>
          </a:bodyPr>
          <a:lstStyle>
            <a:lvl1pPr marL="457200" lvl="0" indent="-355600" rtl="0">
              <a:spcBef>
                <a:spcPts val="750"/>
              </a:spcBef>
              <a:spcAft>
                <a:spcPts val="0"/>
              </a:spcAft>
              <a:buSzPts val="2000"/>
              <a:buChar char="𑇐"/>
              <a:defRPr/>
            </a:lvl1pPr>
            <a:lvl2pPr marL="914400" lvl="1" indent="-342900" rtl="0">
              <a:spcBef>
                <a:spcPts val="1000"/>
              </a:spcBef>
              <a:spcAft>
                <a:spcPts val="0"/>
              </a:spcAft>
              <a:buSzPts val="1800"/>
              <a:buChar char="𑇐"/>
              <a:defRPr/>
            </a:lvl2pPr>
            <a:lvl3pPr marL="1371600" lvl="2" indent="-330200" rtl="0">
              <a:spcBef>
                <a:spcPts val="1000"/>
              </a:spcBef>
              <a:spcAft>
                <a:spcPts val="0"/>
              </a:spcAft>
              <a:buSzPts val="1600"/>
              <a:buChar char="𑇐"/>
              <a:defRPr/>
            </a:lvl3pPr>
            <a:lvl4pPr marL="1828800" lvl="3" indent="-307975" rtl="0">
              <a:spcBef>
                <a:spcPts val="1000"/>
              </a:spcBef>
              <a:spcAft>
                <a:spcPts val="0"/>
              </a:spcAft>
              <a:buSzPts val="1250"/>
              <a:buChar char="𑇐"/>
              <a:defRPr/>
            </a:lvl4pPr>
            <a:lvl5pPr marL="2286000" lvl="4" indent="-307975" rtl="0">
              <a:spcBef>
                <a:spcPts val="1000"/>
              </a:spcBef>
              <a:spcAft>
                <a:spcPts val="0"/>
              </a:spcAft>
              <a:buSzPts val="1250"/>
              <a:buChar char="𑇐"/>
              <a:defRPr/>
            </a:lvl5pPr>
            <a:lvl6pPr marL="2743200" lvl="5" indent="-307975" rtl="0">
              <a:spcBef>
                <a:spcPts val="1000"/>
              </a:spcBef>
              <a:spcAft>
                <a:spcPts val="0"/>
              </a:spcAft>
              <a:buSzPts val="1250"/>
              <a:buChar char="𑇐"/>
              <a:defRPr/>
            </a:lvl6pPr>
            <a:lvl7pPr marL="3200400" lvl="6" indent="-307975" rtl="0">
              <a:spcBef>
                <a:spcPts val="1000"/>
              </a:spcBef>
              <a:spcAft>
                <a:spcPts val="0"/>
              </a:spcAft>
              <a:buSzPts val="1250"/>
              <a:buChar char="𑇐"/>
              <a:defRPr/>
            </a:lvl7pPr>
            <a:lvl8pPr marL="3657600" lvl="7" indent="-307975" rtl="0">
              <a:spcBef>
                <a:spcPts val="1000"/>
              </a:spcBef>
              <a:spcAft>
                <a:spcPts val="0"/>
              </a:spcAft>
              <a:buSzPts val="1250"/>
              <a:buChar char="𑇐"/>
              <a:defRPr/>
            </a:lvl8pPr>
            <a:lvl9pPr marL="4114800" lvl="8" indent="-307975" rtl="0">
              <a:spcBef>
                <a:spcPts val="1000"/>
              </a:spcBef>
              <a:spcAft>
                <a:spcPts val="1000"/>
              </a:spcAft>
              <a:buSzPts val="1250"/>
              <a:buChar char="𑛀"/>
              <a:defRPr/>
            </a:lvl9pPr>
          </a:lstStyle>
          <a:p>
            <a:endParaRPr/>
          </a:p>
        </p:txBody>
      </p:sp>
      <p:sp>
        <p:nvSpPr>
          <p:cNvPr id="181" name="Google Shape;181;p26"/>
          <p:cNvSpPr/>
          <p:nvPr/>
        </p:nvSpPr>
        <p:spPr>
          <a:xfrm>
            <a:off x="3730450" y="807800"/>
            <a:ext cx="4956362" cy="3858584"/>
          </a:xfrm>
          <a:custGeom>
            <a:avLst/>
            <a:gdLst/>
            <a:ahLst/>
            <a:cxnLst/>
            <a:rect l="l" t="t" r="r" b="b"/>
            <a:pathLst>
              <a:path w="143434" h="111665" extrusionOk="0">
                <a:moveTo>
                  <a:pt x="71751" y="2308"/>
                </a:moveTo>
                <a:lnTo>
                  <a:pt x="71887" y="2376"/>
                </a:lnTo>
                <a:lnTo>
                  <a:pt x="72091" y="2444"/>
                </a:lnTo>
                <a:lnTo>
                  <a:pt x="72159" y="2647"/>
                </a:lnTo>
                <a:lnTo>
                  <a:pt x="72226" y="2783"/>
                </a:lnTo>
                <a:lnTo>
                  <a:pt x="72159" y="2987"/>
                </a:lnTo>
                <a:lnTo>
                  <a:pt x="72091" y="3190"/>
                </a:lnTo>
                <a:lnTo>
                  <a:pt x="71887" y="3258"/>
                </a:lnTo>
                <a:lnTo>
                  <a:pt x="71751" y="3326"/>
                </a:lnTo>
                <a:lnTo>
                  <a:pt x="71548" y="3258"/>
                </a:lnTo>
                <a:lnTo>
                  <a:pt x="71344" y="3190"/>
                </a:lnTo>
                <a:lnTo>
                  <a:pt x="71276" y="2987"/>
                </a:lnTo>
                <a:lnTo>
                  <a:pt x="71208" y="2783"/>
                </a:lnTo>
                <a:lnTo>
                  <a:pt x="71276" y="2647"/>
                </a:lnTo>
                <a:lnTo>
                  <a:pt x="71344" y="2444"/>
                </a:lnTo>
                <a:lnTo>
                  <a:pt x="71548" y="2376"/>
                </a:lnTo>
                <a:lnTo>
                  <a:pt x="71751" y="2308"/>
                </a:lnTo>
                <a:close/>
                <a:moveTo>
                  <a:pt x="137528" y="5906"/>
                </a:moveTo>
                <a:lnTo>
                  <a:pt x="137596" y="5974"/>
                </a:lnTo>
                <a:lnTo>
                  <a:pt x="137596" y="89604"/>
                </a:lnTo>
                <a:lnTo>
                  <a:pt x="5906" y="89604"/>
                </a:lnTo>
                <a:lnTo>
                  <a:pt x="5906" y="5974"/>
                </a:lnTo>
                <a:lnTo>
                  <a:pt x="5906" y="5906"/>
                </a:lnTo>
                <a:close/>
                <a:moveTo>
                  <a:pt x="3530" y="0"/>
                </a:moveTo>
                <a:lnTo>
                  <a:pt x="3191" y="68"/>
                </a:lnTo>
                <a:lnTo>
                  <a:pt x="2444" y="339"/>
                </a:lnTo>
                <a:lnTo>
                  <a:pt x="1766" y="679"/>
                </a:lnTo>
                <a:lnTo>
                  <a:pt x="1155" y="1154"/>
                </a:lnTo>
                <a:lnTo>
                  <a:pt x="679" y="1765"/>
                </a:lnTo>
                <a:lnTo>
                  <a:pt x="272" y="2444"/>
                </a:lnTo>
                <a:lnTo>
                  <a:pt x="69" y="3190"/>
                </a:lnTo>
                <a:lnTo>
                  <a:pt x="1" y="3598"/>
                </a:lnTo>
                <a:lnTo>
                  <a:pt x="1" y="4005"/>
                </a:lnTo>
                <a:lnTo>
                  <a:pt x="1" y="91572"/>
                </a:lnTo>
                <a:lnTo>
                  <a:pt x="1" y="91979"/>
                </a:lnTo>
                <a:lnTo>
                  <a:pt x="69" y="92319"/>
                </a:lnTo>
                <a:lnTo>
                  <a:pt x="272" y="93065"/>
                </a:lnTo>
                <a:lnTo>
                  <a:pt x="679" y="93744"/>
                </a:lnTo>
                <a:lnTo>
                  <a:pt x="1155" y="94355"/>
                </a:lnTo>
                <a:lnTo>
                  <a:pt x="1766" y="94830"/>
                </a:lnTo>
                <a:lnTo>
                  <a:pt x="2444" y="95238"/>
                </a:lnTo>
                <a:lnTo>
                  <a:pt x="3191" y="95441"/>
                </a:lnTo>
                <a:lnTo>
                  <a:pt x="3530" y="95509"/>
                </a:lnTo>
                <a:lnTo>
                  <a:pt x="139904" y="95509"/>
                </a:lnTo>
                <a:lnTo>
                  <a:pt x="140311" y="95441"/>
                </a:lnTo>
                <a:lnTo>
                  <a:pt x="141058" y="95238"/>
                </a:lnTo>
                <a:lnTo>
                  <a:pt x="141737" y="94830"/>
                </a:lnTo>
                <a:lnTo>
                  <a:pt x="142280" y="94355"/>
                </a:lnTo>
                <a:lnTo>
                  <a:pt x="142755" y="93744"/>
                </a:lnTo>
                <a:lnTo>
                  <a:pt x="143162" y="93065"/>
                </a:lnTo>
                <a:lnTo>
                  <a:pt x="143366" y="92319"/>
                </a:lnTo>
                <a:lnTo>
                  <a:pt x="143434" y="91979"/>
                </a:lnTo>
                <a:lnTo>
                  <a:pt x="143434" y="91572"/>
                </a:lnTo>
                <a:lnTo>
                  <a:pt x="143434" y="4005"/>
                </a:lnTo>
                <a:lnTo>
                  <a:pt x="143434" y="3598"/>
                </a:lnTo>
                <a:lnTo>
                  <a:pt x="143366" y="3190"/>
                </a:lnTo>
                <a:lnTo>
                  <a:pt x="143162" y="2444"/>
                </a:lnTo>
                <a:lnTo>
                  <a:pt x="142755" y="1765"/>
                </a:lnTo>
                <a:lnTo>
                  <a:pt x="142280" y="1154"/>
                </a:lnTo>
                <a:lnTo>
                  <a:pt x="141737" y="679"/>
                </a:lnTo>
                <a:lnTo>
                  <a:pt x="141058" y="339"/>
                </a:lnTo>
                <a:lnTo>
                  <a:pt x="140311" y="68"/>
                </a:lnTo>
                <a:lnTo>
                  <a:pt x="139904" y="0"/>
                </a:lnTo>
                <a:close/>
                <a:moveTo>
                  <a:pt x="55324" y="95713"/>
                </a:moveTo>
                <a:lnTo>
                  <a:pt x="55052" y="98971"/>
                </a:lnTo>
                <a:lnTo>
                  <a:pt x="54713" y="102297"/>
                </a:lnTo>
                <a:lnTo>
                  <a:pt x="54374" y="105284"/>
                </a:lnTo>
                <a:lnTo>
                  <a:pt x="53966" y="107388"/>
                </a:lnTo>
                <a:lnTo>
                  <a:pt x="53763" y="108203"/>
                </a:lnTo>
                <a:lnTo>
                  <a:pt x="53627" y="108746"/>
                </a:lnTo>
                <a:lnTo>
                  <a:pt x="53423" y="109153"/>
                </a:lnTo>
                <a:lnTo>
                  <a:pt x="53220" y="109357"/>
                </a:lnTo>
                <a:lnTo>
                  <a:pt x="52677" y="109493"/>
                </a:lnTo>
                <a:lnTo>
                  <a:pt x="51794" y="109696"/>
                </a:lnTo>
                <a:lnTo>
                  <a:pt x="49690" y="110036"/>
                </a:lnTo>
                <a:lnTo>
                  <a:pt x="48061" y="110307"/>
                </a:lnTo>
                <a:lnTo>
                  <a:pt x="47450" y="110443"/>
                </a:lnTo>
                <a:lnTo>
                  <a:pt x="47110" y="110511"/>
                </a:lnTo>
                <a:lnTo>
                  <a:pt x="47042" y="110579"/>
                </a:lnTo>
                <a:lnTo>
                  <a:pt x="47042" y="110783"/>
                </a:lnTo>
                <a:lnTo>
                  <a:pt x="47110" y="110850"/>
                </a:lnTo>
                <a:lnTo>
                  <a:pt x="47585" y="110918"/>
                </a:lnTo>
                <a:lnTo>
                  <a:pt x="48400" y="110986"/>
                </a:lnTo>
                <a:lnTo>
                  <a:pt x="51387" y="111054"/>
                </a:lnTo>
                <a:lnTo>
                  <a:pt x="56071" y="111122"/>
                </a:lnTo>
                <a:lnTo>
                  <a:pt x="87092" y="111122"/>
                </a:lnTo>
                <a:lnTo>
                  <a:pt x="91708" y="111054"/>
                </a:lnTo>
                <a:lnTo>
                  <a:pt x="94695" y="110986"/>
                </a:lnTo>
                <a:lnTo>
                  <a:pt x="95578" y="110918"/>
                </a:lnTo>
                <a:lnTo>
                  <a:pt x="96053" y="110850"/>
                </a:lnTo>
                <a:lnTo>
                  <a:pt x="96121" y="110783"/>
                </a:lnTo>
                <a:lnTo>
                  <a:pt x="96121" y="110579"/>
                </a:lnTo>
                <a:lnTo>
                  <a:pt x="96053" y="110511"/>
                </a:lnTo>
                <a:lnTo>
                  <a:pt x="95713" y="110443"/>
                </a:lnTo>
                <a:lnTo>
                  <a:pt x="95102" y="110307"/>
                </a:lnTo>
                <a:lnTo>
                  <a:pt x="93473" y="110036"/>
                </a:lnTo>
                <a:lnTo>
                  <a:pt x="91369" y="109696"/>
                </a:lnTo>
                <a:lnTo>
                  <a:pt x="90487" y="109493"/>
                </a:lnTo>
                <a:lnTo>
                  <a:pt x="89943" y="109357"/>
                </a:lnTo>
                <a:lnTo>
                  <a:pt x="89740" y="109153"/>
                </a:lnTo>
                <a:lnTo>
                  <a:pt x="89536" y="108746"/>
                </a:lnTo>
                <a:lnTo>
                  <a:pt x="89333" y="108203"/>
                </a:lnTo>
                <a:lnTo>
                  <a:pt x="89197" y="107388"/>
                </a:lnTo>
                <a:lnTo>
                  <a:pt x="88789" y="105284"/>
                </a:lnTo>
                <a:lnTo>
                  <a:pt x="88382" y="102297"/>
                </a:lnTo>
                <a:lnTo>
                  <a:pt x="88043" y="98971"/>
                </a:lnTo>
                <a:lnTo>
                  <a:pt x="87839" y="95713"/>
                </a:lnTo>
                <a:close/>
                <a:moveTo>
                  <a:pt x="47450" y="111054"/>
                </a:moveTo>
                <a:lnTo>
                  <a:pt x="47450" y="111122"/>
                </a:lnTo>
                <a:lnTo>
                  <a:pt x="47450" y="111393"/>
                </a:lnTo>
                <a:lnTo>
                  <a:pt x="47518" y="111461"/>
                </a:lnTo>
                <a:lnTo>
                  <a:pt x="48807" y="111529"/>
                </a:lnTo>
                <a:lnTo>
                  <a:pt x="52473" y="111597"/>
                </a:lnTo>
                <a:lnTo>
                  <a:pt x="62384" y="111665"/>
                </a:lnTo>
                <a:lnTo>
                  <a:pt x="80779" y="111665"/>
                </a:lnTo>
                <a:lnTo>
                  <a:pt x="90622" y="111597"/>
                </a:lnTo>
                <a:lnTo>
                  <a:pt x="94356" y="111529"/>
                </a:lnTo>
                <a:lnTo>
                  <a:pt x="95646" y="111461"/>
                </a:lnTo>
                <a:lnTo>
                  <a:pt x="95713" y="111393"/>
                </a:lnTo>
                <a:lnTo>
                  <a:pt x="95713" y="111122"/>
                </a:lnTo>
                <a:lnTo>
                  <a:pt x="95646" y="111054"/>
                </a:lnTo>
                <a:lnTo>
                  <a:pt x="94084" y="111122"/>
                </a:lnTo>
                <a:lnTo>
                  <a:pt x="91233" y="111190"/>
                </a:lnTo>
                <a:lnTo>
                  <a:pt x="80847" y="111258"/>
                </a:lnTo>
                <a:lnTo>
                  <a:pt x="62316" y="111258"/>
                </a:lnTo>
                <a:lnTo>
                  <a:pt x="51930" y="111190"/>
                </a:lnTo>
                <a:lnTo>
                  <a:pt x="49079" y="111122"/>
                </a:lnTo>
                <a:lnTo>
                  <a:pt x="47518" y="111054"/>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2" name="Google Shape;182;p26"/>
          <p:cNvSpPr>
            <a:spLocks noGrp="1"/>
          </p:cNvSpPr>
          <p:nvPr>
            <p:ph type="pic" idx="2"/>
          </p:nvPr>
        </p:nvSpPr>
        <p:spPr>
          <a:xfrm>
            <a:off x="3917256" y="984930"/>
            <a:ext cx="4587000" cy="2941500"/>
          </a:xfrm>
          <a:prstGeom prst="rect">
            <a:avLst/>
          </a:prstGeom>
          <a:noFill/>
          <a:ln>
            <a:noFill/>
          </a:ln>
        </p:spPr>
      </p:sp>
      <p:pic>
        <p:nvPicPr>
          <p:cNvPr id="183" name="Google Shape;183;p26"/>
          <p:cNvPicPr preferRelativeResize="0"/>
          <p:nvPr/>
        </p:nvPicPr>
        <p:blipFill>
          <a:blip r:embed="rId3">
            <a:alphaModFix/>
          </a:blip>
          <a:stretch>
            <a:fillRect/>
          </a:stretch>
        </p:blipFill>
        <p:spPr>
          <a:xfrm>
            <a:off x="7785475" y="4731518"/>
            <a:ext cx="233150" cy="293075"/>
          </a:xfrm>
          <a:prstGeom prst="rect">
            <a:avLst/>
          </a:prstGeom>
          <a:noFill/>
          <a:ln>
            <a:noFill/>
          </a:ln>
        </p:spPr>
      </p:pic>
      <p:pic>
        <p:nvPicPr>
          <p:cNvPr id="184" name="Google Shape;184;p26" title="Color-Variation-Orange-Block-I-White-Background.png"/>
          <p:cNvPicPr preferRelativeResize="0"/>
          <p:nvPr/>
        </p:nvPicPr>
        <p:blipFill>
          <a:blip r:embed="rId4">
            <a:alphaModFix/>
          </a:blip>
          <a:stretch>
            <a:fillRect/>
          </a:stretch>
        </p:blipFill>
        <p:spPr>
          <a:xfrm>
            <a:off x="7349738" y="4731519"/>
            <a:ext cx="293062" cy="2930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lumn Text ">
  <p:cSld name="Two Column Text ">
    <p:spTree>
      <p:nvGrpSpPr>
        <p:cNvPr id="1" name="Shape 185"/>
        <p:cNvGrpSpPr/>
        <p:nvPr/>
      </p:nvGrpSpPr>
      <p:grpSpPr>
        <a:xfrm>
          <a:off x="0" y="0"/>
          <a:ext cx="0" cy="0"/>
          <a:chOff x="0" y="0"/>
          <a:chExt cx="0" cy="0"/>
        </a:xfrm>
      </p:grpSpPr>
      <p:sp>
        <p:nvSpPr>
          <p:cNvPr id="186" name="Google Shape;186;p27"/>
          <p:cNvSpPr txBox="1">
            <a:spLocks noGrp="1"/>
          </p:cNvSpPr>
          <p:nvPr>
            <p:ph type="title"/>
          </p:nvPr>
        </p:nvSpPr>
        <p:spPr>
          <a:xfrm>
            <a:off x="628650" y="273844"/>
            <a:ext cx="7886700" cy="1365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rgbClr val="1B466C"/>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187" name="Google Shape;187;p27"/>
          <p:cNvSpPr txBox="1">
            <a:spLocks noGrp="1"/>
          </p:cNvSpPr>
          <p:nvPr>
            <p:ph type="body" idx="1"/>
          </p:nvPr>
        </p:nvSpPr>
        <p:spPr>
          <a:xfrm>
            <a:off x="628650" y="2188432"/>
            <a:ext cx="3886200" cy="24444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chemeClr val="dk1"/>
              </a:buClr>
              <a:buSzPts val="2100"/>
              <a:buChar char="•"/>
              <a:defRPr b="0" i="0">
                <a:latin typeface="Open Sans Medium"/>
                <a:ea typeface="Open Sans Medium"/>
                <a:cs typeface="Open Sans Medium"/>
                <a:sym typeface="Open Sans Medium"/>
              </a:defRPr>
            </a:lvl1pPr>
            <a:lvl2pPr marL="914400" lvl="1" indent="-342900" algn="l" rtl="0">
              <a:lnSpc>
                <a:spcPct val="90000"/>
              </a:lnSpc>
              <a:spcBef>
                <a:spcPts val="400"/>
              </a:spcBef>
              <a:spcAft>
                <a:spcPts val="0"/>
              </a:spcAft>
              <a:buClr>
                <a:schemeClr val="dk1"/>
              </a:buClr>
              <a:buSzPts val="1800"/>
              <a:buChar char="•"/>
              <a:defRPr b="0" i="0">
                <a:latin typeface="Open Sans Medium"/>
                <a:ea typeface="Open Sans Medium"/>
                <a:cs typeface="Open Sans Medium"/>
                <a:sym typeface="Open Sans Medium"/>
              </a:defRPr>
            </a:lvl2pPr>
            <a:lvl3pPr marL="1371600" lvl="2" indent="-323850" algn="l" rtl="0">
              <a:lnSpc>
                <a:spcPct val="90000"/>
              </a:lnSpc>
              <a:spcBef>
                <a:spcPts val="400"/>
              </a:spcBef>
              <a:spcAft>
                <a:spcPts val="0"/>
              </a:spcAft>
              <a:buClr>
                <a:schemeClr val="dk1"/>
              </a:buClr>
              <a:buSzPts val="1500"/>
              <a:buChar char="•"/>
              <a:defRPr b="0" i="0">
                <a:latin typeface="Open Sans Medium"/>
                <a:ea typeface="Open Sans Medium"/>
                <a:cs typeface="Open Sans Medium"/>
                <a:sym typeface="Open Sans Medium"/>
              </a:defRPr>
            </a:lvl3pPr>
            <a:lvl4pPr marL="1828800" lvl="3" indent="-317500" algn="l" rtl="0">
              <a:lnSpc>
                <a:spcPct val="90000"/>
              </a:lnSpc>
              <a:spcBef>
                <a:spcPts val="400"/>
              </a:spcBef>
              <a:spcAft>
                <a:spcPts val="0"/>
              </a:spcAft>
              <a:buClr>
                <a:schemeClr val="dk1"/>
              </a:buClr>
              <a:buSzPts val="1400"/>
              <a:buChar char="•"/>
              <a:defRPr b="0" i="0">
                <a:latin typeface="Open Sans Medium"/>
                <a:ea typeface="Open Sans Medium"/>
                <a:cs typeface="Open Sans Medium"/>
                <a:sym typeface="Open Sans Medium"/>
              </a:defRPr>
            </a:lvl4pPr>
            <a:lvl5pPr marL="2286000" lvl="4" indent="-317500" algn="l" rtl="0">
              <a:lnSpc>
                <a:spcPct val="90000"/>
              </a:lnSpc>
              <a:spcBef>
                <a:spcPts val="400"/>
              </a:spcBef>
              <a:spcAft>
                <a:spcPts val="0"/>
              </a:spcAft>
              <a:buClr>
                <a:schemeClr val="dk1"/>
              </a:buClr>
              <a:buSzPts val="1400"/>
              <a:buChar char="•"/>
              <a:defRPr b="0" i="0">
                <a:latin typeface="Open Sans Medium"/>
                <a:ea typeface="Open Sans Medium"/>
                <a:cs typeface="Open Sans Medium"/>
                <a:sym typeface="Open Sans Medium"/>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88" name="Google Shape;188;p27"/>
          <p:cNvSpPr txBox="1">
            <a:spLocks noGrp="1"/>
          </p:cNvSpPr>
          <p:nvPr>
            <p:ph type="body" idx="2"/>
          </p:nvPr>
        </p:nvSpPr>
        <p:spPr>
          <a:xfrm>
            <a:off x="4629150" y="2188430"/>
            <a:ext cx="3886200" cy="24444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chemeClr val="dk1"/>
              </a:buClr>
              <a:buSzPts val="2100"/>
              <a:buChar char="•"/>
              <a:defRPr b="0" i="0">
                <a:latin typeface="Open Sans Medium"/>
                <a:ea typeface="Open Sans Medium"/>
                <a:cs typeface="Open Sans Medium"/>
                <a:sym typeface="Open Sans Medium"/>
              </a:defRPr>
            </a:lvl1pPr>
            <a:lvl2pPr marL="914400" lvl="1" indent="-342900" algn="l" rtl="0">
              <a:lnSpc>
                <a:spcPct val="90000"/>
              </a:lnSpc>
              <a:spcBef>
                <a:spcPts val="400"/>
              </a:spcBef>
              <a:spcAft>
                <a:spcPts val="0"/>
              </a:spcAft>
              <a:buClr>
                <a:schemeClr val="dk1"/>
              </a:buClr>
              <a:buSzPts val="1800"/>
              <a:buChar char="•"/>
              <a:defRPr b="0" i="0">
                <a:latin typeface="Open Sans Medium"/>
                <a:ea typeface="Open Sans Medium"/>
                <a:cs typeface="Open Sans Medium"/>
                <a:sym typeface="Open Sans Medium"/>
              </a:defRPr>
            </a:lvl2pPr>
            <a:lvl3pPr marL="1371600" lvl="2" indent="-323850" algn="l" rtl="0">
              <a:lnSpc>
                <a:spcPct val="90000"/>
              </a:lnSpc>
              <a:spcBef>
                <a:spcPts val="400"/>
              </a:spcBef>
              <a:spcAft>
                <a:spcPts val="0"/>
              </a:spcAft>
              <a:buClr>
                <a:schemeClr val="dk1"/>
              </a:buClr>
              <a:buSzPts val="1500"/>
              <a:buChar char="•"/>
              <a:defRPr b="0" i="0">
                <a:latin typeface="Open Sans Medium"/>
                <a:ea typeface="Open Sans Medium"/>
                <a:cs typeface="Open Sans Medium"/>
                <a:sym typeface="Open Sans Medium"/>
              </a:defRPr>
            </a:lvl3pPr>
            <a:lvl4pPr marL="1828800" lvl="3" indent="-317500" algn="l" rtl="0">
              <a:lnSpc>
                <a:spcPct val="90000"/>
              </a:lnSpc>
              <a:spcBef>
                <a:spcPts val="400"/>
              </a:spcBef>
              <a:spcAft>
                <a:spcPts val="0"/>
              </a:spcAft>
              <a:buClr>
                <a:schemeClr val="dk1"/>
              </a:buClr>
              <a:buSzPts val="1400"/>
              <a:buChar char="•"/>
              <a:defRPr b="0" i="0">
                <a:latin typeface="Open Sans Medium"/>
                <a:ea typeface="Open Sans Medium"/>
                <a:cs typeface="Open Sans Medium"/>
                <a:sym typeface="Open Sans Medium"/>
              </a:defRPr>
            </a:lvl4pPr>
            <a:lvl5pPr marL="2286000" lvl="4" indent="-317500" algn="l" rtl="0">
              <a:lnSpc>
                <a:spcPct val="90000"/>
              </a:lnSpc>
              <a:spcBef>
                <a:spcPts val="400"/>
              </a:spcBef>
              <a:spcAft>
                <a:spcPts val="0"/>
              </a:spcAft>
              <a:buClr>
                <a:schemeClr val="dk1"/>
              </a:buClr>
              <a:buSzPts val="1400"/>
              <a:buChar char="•"/>
              <a:defRPr b="0" i="0">
                <a:latin typeface="Open Sans Medium"/>
                <a:ea typeface="Open Sans Medium"/>
                <a:cs typeface="Open Sans Medium"/>
                <a:sym typeface="Open Sans Medium"/>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89" name="Google Shape;189;p27"/>
          <p:cNvSpPr txBox="1">
            <a:spLocks noGrp="1"/>
          </p:cNvSpPr>
          <p:nvPr>
            <p:ph type="body" idx="3"/>
          </p:nvPr>
        </p:nvSpPr>
        <p:spPr>
          <a:xfrm>
            <a:off x="628651" y="1740418"/>
            <a:ext cx="3886200" cy="333600"/>
          </a:xfrm>
          <a:prstGeom prst="rect">
            <a:avLst/>
          </a:prstGeom>
          <a:solidFill>
            <a:srgbClr val="1B466C"/>
          </a:solidFill>
          <a:ln>
            <a:noFill/>
          </a:ln>
        </p:spPr>
        <p:txBody>
          <a:bodyPr spcFirstLastPara="1" wrap="square" lIns="68575" tIns="34275" rIns="68575" bIns="34275" anchor="ctr" anchorCtr="0">
            <a:normAutofit/>
          </a:bodyPr>
          <a:lstStyle>
            <a:lvl1pPr marL="457200" lvl="0" indent="-228600" algn="ctr" rtl="0">
              <a:lnSpc>
                <a:spcPct val="90000"/>
              </a:lnSpc>
              <a:spcBef>
                <a:spcPts val="800"/>
              </a:spcBef>
              <a:spcAft>
                <a:spcPts val="0"/>
              </a:spcAft>
              <a:buClr>
                <a:schemeClr val="lt1"/>
              </a:buClr>
              <a:buSzPts val="1800"/>
              <a:buNone/>
              <a:defRPr sz="1800" b="1" i="0" cap="none">
                <a:solidFill>
                  <a:schemeClr val="lt1"/>
                </a:solidFill>
                <a:latin typeface="Podkova ExtraBold"/>
                <a:ea typeface="Podkova ExtraBold"/>
                <a:cs typeface="Podkova ExtraBold"/>
                <a:sym typeface="Podkova ExtraBold"/>
              </a:defRPr>
            </a:lvl1pPr>
            <a:lvl2pPr marL="914400" lvl="1" indent="-228600" algn="l" rtl="0">
              <a:lnSpc>
                <a:spcPct val="90000"/>
              </a:lnSpc>
              <a:spcBef>
                <a:spcPts val="400"/>
              </a:spcBef>
              <a:spcAft>
                <a:spcPts val="0"/>
              </a:spcAft>
              <a:buClr>
                <a:srgbClr val="8992A1"/>
              </a:buClr>
              <a:buSzPts val="1500"/>
              <a:buNone/>
              <a:defRPr sz="1500">
                <a:solidFill>
                  <a:srgbClr val="8992A1"/>
                </a:solidFill>
              </a:defRPr>
            </a:lvl2pPr>
            <a:lvl3pPr marL="1371600" lvl="2" indent="-228600" algn="l" rtl="0">
              <a:lnSpc>
                <a:spcPct val="90000"/>
              </a:lnSpc>
              <a:spcBef>
                <a:spcPts val="400"/>
              </a:spcBef>
              <a:spcAft>
                <a:spcPts val="0"/>
              </a:spcAft>
              <a:buClr>
                <a:srgbClr val="8992A1"/>
              </a:buClr>
              <a:buSzPts val="1400"/>
              <a:buNone/>
              <a:defRPr sz="1400">
                <a:solidFill>
                  <a:srgbClr val="8992A1"/>
                </a:solidFill>
              </a:defRPr>
            </a:lvl3pPr>
            <a:lvl4pPr marL="1828800" lvl="3" indent="-228600" algn="l" rtl="0">
              <a:lnSpc>
                <a:spcPct val="90000"/>
              </a:lnSpc>
              <a:spcBef>
                <a:spcPts val="400"/>
              </a:spcBef>
              <a:spcAft>
                <a:spcPts val="0"/>
              </a:spcAft>
              <a:buClr>
                <a:srgbClr val="8992A1"/>
              </a:buClr>
              <a:buSzPts val="1200"/>
              <a:buNone/>
              <a:defRPr sz="1200">
                <a:solidFill>
                  <a:srgbClr val="8992A1"/>
                </a:solidFill>
              </a:defRPr>
            </a:lvl4pPr>
            <a:lvl5pPr marL="2286000" lvl="4" indent="-228600" algn="l" rtl="0">
              <a:lnSpc>
                <a:spcPct val="90000"/>
              </a:lnSpc>
              <a:spcBef>
                <a:spcPts val="400"/>
              </a:spcBef>
              <a:spcAft>
                <a:spcPts val="0"/>
              </a:spcAft>
              <a:buClr>
                <a:srgbClr val="8992A1"/>
              </a:buClr>
              <a:buSzPts val="1200"/>
              <a:buNone/>
              <a:defRPr sz="1200">
                <a:solidFill>
                  <a:srgbClr val="8992A1"/>
                </a:solidFill>
              </a:defRPr>
            </a:lvl5pPr>
            <a:lvl6pPr marL="2743200" lvl="5" indent="-228600" algn="l" rtl="0">
              <a:lnSpc>
                <a:spcPct val="90000"/>
              </a:lnSpc>
              <a:spcBef>
                <a:spcPts val="400"/>
              </a:spcBef>
              <a:spcAft>
                <a:spcPts val="0"/>
              </a:spcAft>
              <a:buClr>
                <a:srgbClr val="8992A1"/>
              </a:buClr>
              <a:buSzPts val="1200"/>
              <a:buNone/>
              <a:defRPr sz="1200">
                <a:solidFill>
                  <a:srgbClr val="8992A1"/>
                </a:solidFill>
              </a:defRPr>
            </a:lvl6pPr>
            <a:lvl7pPr marL="3200400" lvl="6" indent="-228600" algn="l" rtl="0">
              <a:lnSpc>
                <a:spcPct val="90000"/>
              </a:lnSpc>
              <a:spcBef>
                <a:spcPts val="400"/>
              </a:spcBef>
              <a:spcAft>
                <a:spcPts val="0"/>
              </a:spcAft>
              <a:buClr>
                <a:srgbClr val="8992A1"/>
              </a:buClr>
              <a:buSzPts val="1200"/>
              <a:buNone/>
              <a:defRPr sz="1200">
                <a:solidFill>
                  <a:srgbClr val="8992A1"/>
                </a:solidFill>
              </a:defRPr>
            </a:lvl7pPr>
            <a:lvl8pPr marL="3657600" lvl="7" indent="-228600" algn="l" rtl="0">
              <a:lnSpc>
                <a:spcPct val="90000"/>
              </a:lnSpc>
              <a:spcBef>
                <a:spcPts val="400"/>
              </a:spcBef>
              <a:spcAft>
                <a:spcPts val="0"/>
              </a:spcAft>
              <a:buClr>
                <a:srgbClr val="8992A1"/>
              </a:buClr>
              <a:buSzPts val="1200"/>
              <a:buNone/>
              <a:defRPr sz="1200">
                <a:solidFill>
                  <a:srgbClr val="8992A1"/>
                </a:solidFill>
              </a:defRPr>
            </a:lvl8pPr>
            <a:lvl9pPr marL="4114800" lvl="8" indent="-228600" algn="l" rtl="0">
              <a:lnSpc>
                <a:spcPct val="90000"/>
              </a:lnSpc>
              <a:spcBef>
                <a:spcPts val="400"/>
              </a:spcBef>
              <a:spcAft>
                <a:spcPts val="0"/>
              </a:spcAft>
              <a:buClr>
                <a:srgbClr val="8992A1"/>
              </a:buClr>
              <a:buSzPts val="1200"/>
              <a:buNone/>
              <a:defRPr sz="1200">
                <a:solidFill>
                  <a:srgbClr val="8992A1"/>
                </a:solidFill>
              </a:defRPr>
            </a:lvl9pPr>
          </a:lstStyle>
          <a:p>
            <a:endParaRPr/>
          </a:p>
        </p:txBody>
      </p:sp>
      <p:sp>
        <p:nvSpPr>
          <p:cNvPr id="190" name="Google Shape;190;p27"/>
          <p:cNvSpPr txBox="1">
            <a:spLocks noGrp="1"/>
          </p:cNvSpPr>
          <p:nvPr>
            <p:ph type="body" idx="4"/>
          </p:nvPr>
        </p:nvSpPr>
        <p:spPr>
          <a:xfrm>
            <a:off x="4629150" y="1740418"/>
            <a:ext cx="3886200" cy="333600"/>
          </a:xfrm>
          <a:prstGeom prst="rect">
            <a:avLst/>
          </a:prstGeom>
          <a:solidFill>
            <a:srgbClr val="1B466C"/>
          </a:solidFill>
          <a:ln>
            <a:noFill/>
          </a:ln>
        </p:spPr>
        <p:txBody>
          <a:bodyPr spcFirstLastPara="1" wrap="square" lIns="68575" tIns="34275" rIns="68575" bIns="34275" anchor="ctr" anchorCtr="0">
            <a:normAutofit/>
          </a:bodyPr>
          <a:lstStyle>
            <a:lvl1pPr marL="457200" lvl="0" indent="-228600" algn="ctr" rtl="0">
              <a:lnSpc>
                <a:spcPct val="90000"/>
              </a:lnSpc>
              <a:spcBef>
                <a:spcPts val="800"/>
              </a:spcBef>
              <a:spcAft>
                <a:spcPts val="0"/>
              </a:spcAft>
              <a:buClr>
                <a:schemeClr val="lt1"/>
              </a:buClr>
              <a:buSzPts val="1800"/>
              <a:buNone/>
              <a:defRPr sz="1800" b="1" i="0" cap="none">
                <a:solidFill>
                  <a:schemeClr val="lt1"/>
                </a:solidFill>
                <a:latin typeface="Podkova ExtraBold"/>
                <a:ea typeface="Podkova ExtraBold"/>
                <a:cs typeface="Podkova ExtraBold"/>
                <a:sym typeface="Podkova ExtraBold"/>
              </a:defRPr>
            </a:lvl1pPr>
            <a:lvl2pPr marL="914400" lvl="1" indent="-228600" algn="l" rtl="0">
              <a:lnSpc>
                <a:spcPct val="90000"/>
              </a:lnSpc>
              <a:spcBef>
                <a:spcPts val="400"/>
              </a:spcBef>
              <a:spcAft>
                <a:spcPts val="0"/>
              </a:spcAft>
              <a:buClr>
                <a:srgbClr val="8992A1"/>
              </a:buClr>
              <a:buSzPts val="1500"/>
              <a:buNone/>
              <a:defRPr sz="1500">
                <a:solidFill>
                  <a:srgbClr val="8992A1"/>
                </a:solidFill>
              </a:defRPr>
            </a:lvl2pPr>
            <a:lvl3pPr marL="1371600" lvl="2" indent="-228600" algn="l" rtl="0">
              <a:lnSpc>
                <a:spcPct val="90000"/>
              </a:lnSpc>
              <a:spcBef>
                <a:spcPts val="400"/>
              </a:spcBef>
              <a:spcAft>
                <a:spcPts val="0"/>
              </a:spcAft>
              <a:buClr>
                <a:srgbClr val="8992A1"/>
              </a:buClr>
              <a:buSzPts val="1400"/>
              <a:buNone/>
              <a:defRPr sz="1400">
                <a:solidFill>
                  <a:srgbClr val="8992A1"/>
                </a:solidFill>
              </a:defRPr>
            </a:lvl3pPr>
            <a:lvl4pPr marL="1828800" lvl="3" indent="-228600" algn="l" rtl="0">
              <a:lnSpc>
                <a:spcPct val="90000"/>
              </a:lnSpc>
              <a:spcBef>
                <a:spcPts val="400"/>
              </a:spcBef>
              <a:spcAft>
                <a:spcPts val="0"/>
              </a:spcAft>
              <a:buClr>
                <a:srgbClr val="8992A1"/>
              </a:buClr>
              <a:buSzPts val="1200"/>
              <a:buNone/>
              <a:defRPr sz="1200">
                <a:solidFill>
                  <a:srgbClr val="8992A1"/>
                </a:solidFill>
              </a:defRPr>
            </a:lvl4pPr>
            <a:lvl5pPr marL="2286000" lvl="4" indent="-228600" algn="l" rtl="0">
              <a:lnSpc>
                <a:spcPct val="90000"/>
              </a:lnSpc>
              <a:spcBef>
                <a:spcPts val="400"/>
              </a:spcBef>
              <a:spcAft>
                <a:spcPts val="0"/>
              </a:spcAft>
              <a:buClr>
                <a:srgbClr val="8992A1"/>
              </a:buClr>
              <a:buSzPts val="1200"/>
              <a:buNone/>
              <a:defRPr sz="1200">
                <a:solidFill>
                  <a:srgbClr val="8992A1"/>
                </a:solidFill>
              </a:defRPr>
            </a:lvl5pPr>
            <a:lvl6pPr marL="2743200" lvl="5" indent="-228600" algn="l" rtl="0">
              <a:lnSpc>
                <a:spcPct val="90000"/>
              </a:lnSpc>
              <a:spcBef>
                <a:spcPts val="400"/>
              </a:spcBef>
              <a:spcAft>
                <a:spcPts val="0"/>
              </a:spcAft>
              <a:buClr>
                <a:srgbClr val="8992A1"/>
              </a:buClr>
              <a:buSzPts val="1200"/>
              <a:buNone/>
              <a:defRPr sz="1200">
                <a:solidFill>
                  <a:srgbClr val="8992A1"/>
                </a:solidFill>
              </a:defRPr>
            </a:lvl6pPr>
            <a:lvl7pPr marL="3200400" lvl="6" indent="-228600" algn="l" rtl="0">
              <a:lnSpc>
                <a:spcPct val="90000"/>
              </a:lnSpc>
              <a:spcBef>
                <a:spcPts val="400"/>
              </a:spcBef>
              <a:spcAft>
                <a:spcPts val="0"/>
              </a:spcAft>
              <a:buClr>
                <a:srgbClr val="8992A1"/>
              </a:buClr>
              <a:buSzPts val="1200"/>
              <a:buNone/>
              <a:defRPr sz="1200">
                <a:solidFill>
                  <a:srgbClr val="8992A1"/>
                </a:solidFill>
              </a:defRPr>
            </a:lvl7pPr>
            <a:lvl8pPr marL="3657600" lvl="7" indent="-228600" algn="l" rtl="0">
              <a:lnSpc>
                <a:spcPct val="90000"/>
              </a:lnSpc>
              <a:spcBef>
                <a:spcPts val="400"/>
              </a:spcBef>
              <a:spcAft>
                <a:spcPts val="0"/>
              </a:spcAft>
              <a:buClr>
                <a:srgbClr val="8992A1"/>
              </a:buClr>
              <a:buSzPts val="1200"/>
              <a:buNone/>
              <a:defRPr sz="1200">
                <a:solidFill>
                  <a:srgbClr val="8992A1"/>
                </a:solidFill>
              </a:defRPr>
            </a:lvl8pPr>
            <a:lvl9pPr marL="4114800" lvl="8" indent="-228600" algn="l" rtl="0">
              <a:lnSpc>
                <a:spcPct val="90000"/>
              </a:lnSpc>
              <a:spcBef>
                <a:spcPts val="400"/>
              </a:spcBef>
              <a:spcAft>
                <a:spcPts val="0"/>
              </a:spcAft>
              <a:buClr>
                <a:srgbClr val="8992A1"/>
              </a:buClr>
              <a:buSzPts val="1200"/>
              <a:buNone/>
              <a:defRPr sz="1200">
                <a:solidFill>
                  <a:srgbClr val="8992A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5"/>
        <p:cNvGrpSpPr/>
        <p:nvPr/>
      </p:nvGrpSpPr>
      <p:grpSpPr>
        <a:xfrm>
          <a:off x="0" y="0"/>
          <a:ext cx="0" cy="0"/>
          <a:chOff x="0" y="0"/>
          <a:chExt cx="0" cy="0"/>
        </a:xfrm>
      </p:grpSpPr>
      <p:sp>
        <p:nvSpPr>
          <p:cNvPr id="196" name="Google Shape;196;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97" name="Google Shape;197;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8" name="Google Shape;198;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9"/>
        <p:cNvGrpSpPr/>
        <p:nvPr/>
      </p:nvGrpSpPr>
      <p:grpSpPr>
        <a:xfrm>
          <a:off x="0" y="0"/>
          <a:ext cx="0" cy="0"/>
          <a:chOff x="0" y="0"/>
          <a:chExt cx="0" cy="0"/>
        </a:xfrm>
      </p:grpSpPr>
      <p:sp>
        <p:nvSpPr>
          <p:cNvPr id="200" name="Google Shape;200;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1" name="Google Shape;20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2"/>
        <p:cNvGrpSpPr/>
        <p:nvPr/>
      </p:nvGrpSpPr>
      <p:grpSpPr>
        <a:xfrm>
          <a:off x="0" y="0"/>
          <a:ext cx="0" cy="0"/>
          <a:chOff x="0" y="0"/>
          <a:chExt cx="0" cy="0"/>
        </a:xfrm>
      </p:grpSpPr>
      <p:sp>
        <p:nvSpPr>
          <p:cNvPr id="203" name="Google Shape;20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4" name="Google Shape;204;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5" name="Google Shape;20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6"/>
        <p:cNvGrpSpPr/>
        <p:nvPr/>
      </p:nvGrpSpPr>
      <p:grpSpPr>
        <a:xfrm>
          <a:off x="0" y="0"/>
          <a:ext cx="0" cy="0"/>
          <a:chOff x="0" y="0"/>
          <a:chExt cx="0" cy="0"/>
        </a:xfrm>
      </p:grpSpPr>
      <p:sp>
        <p:nvSpPr>
          <p:cNvPr id="207" name="Google Shape;20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8" name="Google Shape;208;p3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9" name="Google Shape;209;p3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10" name="Google Shape;21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3" name="Google Shape;21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4"/>
        <p:cNvGrpSpPr/>
        <p:nvPr/>
      </p:nvGrpSpPr>
      <p:grpSpPr>
        <a:xfrm>
          <a:off x="0" y="0"/>
          <a:ext cx="0" cy="0"/>
          <a:chOff x="0" y="0"/>
          <a:chExt cx="0" cy="0"/>
        </a:xfrm>
      </p:grpSpPr>
      <p:sp>
        <p:nvSpPr>
          <p:cNvPr id="215" name="Google Shape;215;p34"/>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16" name="Google Shape;216;p3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17" name="Google Shape;217;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18"/>
        <p:cNvGrpSpPr/>
        <p:nvPr/>
      </p:nvGrpSpPr>
      <p:grpSpPr>
        <a:xfrm>
          <a:off x="0" y="0"/>
          <a:ext cx="0" cy="0"/>
          <a:chOff x="0" y="0"/>
          <a:chExt cx="0" cy="0"/>
        </a:xfrm>
      </p:grpSpPr>
      <p:sp>
        <p:nvSpPr>
          <p:cNvPr id="219" name="Google Shape;219;p35"/>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20" name="Google Shape;22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21"/>
        <p:cNvGrpSpPr/>
        <p:nvPr/>
      </p:nvGrpSpPr>
      <p:grpSpPr>
        <a:xfrm>
          <a:off x="0" y="0"/>
          <a:ext cx="0" cy="0"/>
          <a:chOff x="0" y="0"/>
          <a:chExt cx="0" cy="0"/>
        </a:xfrm>
      </p:grpSpPr>
      <p:sp>
        <p:nvSpPr>
          <p:cNvPr id="222" name="Google Shape;222;p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6"/>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24" name="Google Shape;224;p3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25" name="Google Shape;225;p3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6" name="Google Shape;22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7"/>
        <p:cNvGrpSpPr/>
        <p:nvPr/>
      </p:nvGrpSpPr>
      <p:grpSpPr>
        <a:xfrm>
          <a:off x="0" y="0"/>
          <a:ext cx="0" cy="0"/>
          <a:chOff x="0" y="0"/>
          <a:chExt cx="0" cy="0"/>
        </a:xfrm>
      </p:grpSpPr>
      <p:sp>
        <p:nvSpPr>
          <p:cNvPr id="228" name="Google Shape;228;p3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229" name="Google Shape;229;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30"/>
        <p:cNvGrpSpPr/>
        <p:nvPr/>
      </p:nvGrpSpPr>
      <p:grpSpPr>
        <a:xfrm>
          <a:off x="0" y="0"/>
          <a:ext cx="0" cy="0"/>
          <a:chOff x="0" y="0"/>
          <a:chExt cx="0" cy="0"/>
        </a:xfrm>
      </p:grpSpPr>
      <p:sp>
        <p:nvSpPr>
          <p:cNvPr id="231" name="Google Shape;231;p3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32" name="Google Shape;232;p3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233" name="Google Shape;23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6750"/>
            <a:ext cx="8229600" cy="575700"/>
          </a:xfrm>
          <a:prstGeom prst="rect">
            <a:avLst/>
          </a:prstGeom>
          <a:noFill/>
          <a:ln>
            <a:noFill/>
          </a:ln>
        </p:spPr>
        <p:txBody>
          <a:bodyPr spcFirstLastPara="1" wrap="square" lIns="0" tIns="0" rIns="0" bIns="45700" anchor="t" anchorCtr="0">
            <a:noAutofit/>
          </a:bodyPr>
          <a:lstStyle>
            <a:lvl1pPr marR="0" lvl="0" algn="l" rtl="0">
              <a:lnSpc>
                <a:spcPct val="80000"/>
              </a:lnSpc>
              <a:spcBef>
                <a:spcPts val="0"/>
              </a:spcBef>
              <a:spcAft>
                <a:spcPts val="0"/>
              </a:spcAft>
              <a:buClr>
                <a:schemeClr val="accent1"/>
              </a:buClr>
              <a:buSzPts val="3200"/>
              <a:buFont typeface="Calibri"/>
              <a:buNone/>
              <a:defRPr sz="3200" b="1" i="0" u="none" strike="noStrike" cap="none">
                <a:solidFill>
                  <a:schemeClr val="accent1"/>
                </a:solidFill>
                <a:latin typeface="Calibri"/>
                <a:ea typeface="Calibri"/>
                <a:cs typeface="Calibri"/>
                <a:sym typeface="Calibri"/>
              </a:defRPr>
            </a:lvl1pPr>
            <a:lvl2pPr marR="0" lvl="1"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2pPr>
            <a:lvl3pPr marR="0" lvl="2"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3pPr>
            <a:lvl4pPr marR="0" lvl="3"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4pPr>
            <a:lvl5pPr marR="0" lvl="4"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5pPr>
            <a:lvl6pPr marR="0" lvl="5"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6pPr>
            <a:lvl7pPr marR="0" lvl="6"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7pPr>
            <a:lvl8pPr marR="0" lvl="7"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8pPr>
            <a:lvl9pPr marR="0" lvl="8" algn="l" rtl="0">
              <a:lnSpc>
                <a:spcPct val="80000"/>
              </a:lnSpc>
              <a:spcBef>
                <a:spcPts val="0"/>
              </a:spcBef>
              <a:spcAft>
                <a:spcPts val="0"/>
              </a:spcAft>
              <a:buClr>
                <a:srgbClr val="000000"/>
              </a:buClr>
              <a:buSzPts val="3600"/>
              <a:buFont typeface="Calibri"/>
              <a:buNone/>
              <a:defRPr sz="3600" i="0" u="none" strike="noStrike" cap="none">
                <a:solidFill>
                  <a:srgbClr val="000000"/>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852450"/>
            <a:ext cx="8229600" cy="3780000"/>
          </a:xfrm>
          <a:prstGeom prst="rect">
            <a:avLst/>
          </a:prstGeom>
          <a:noFill/>
          <a:ln>
            <a:noFill/>
          </a:ln>
        </p:spPr>
        <p:txBody>
          <a:bodyPr spcFirstLastPara="1" wrap="square" lIns="0" tIns="0" rIns="0" bIns="45700" anchor="t" anchorCtr="0">
            <a:noAutofit/>
          </a:bodyPr>
          <a:lstStyle>
            <a:lvl1pPr marL="457200" marR="0" lvl="0" indent="-355600" algn="l" rtl="0">
              <a:lnSpc>
                <a:spcPct val="100000"/>
              </a:lnSpc>
              <a:spcBef>
                <a:spcPts val="750"/>
              </a:spcBef>
              <a:spcAft>
                <a:spcPts val="0"/>
              </a:spcAft>
              <a:buClr>
                <a:srgbClr val="A5A5A5"/>
              </a:buClr>
              <a:buSzPts val="2000"/>
              <a:buFont typeface="Calibri"/>
              <a:buChar char="𑇐"/>
              <a:defRPr sz="20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1000"/>
              </a:spcBef>
              <a:spcAft>
                <a:spcPts val="0"/>
              </a:spcAft>
              <a:buClr>
                <a:srgbClr val="A5A5A5"/>
              </a:buClr>
              <a:buSzPts val="1800"/>
              <a:buFont typeface="Calibri"/>
              <a:buChar char="𑇐"/>
              <a:defRPr sz="1800" b="0" i="0" u="none" strike="noStrike" cap="none">
                <a:solidFill>
                  <a:schemeClr val="dk1"/>
                </a:solidFill>
                <a:latin typeface="Calibri"/>
                <a:ea typeface="Calibri"/>
                <a:cs typeface="Calibri"/>
                <a:sym typeface="Calibri"/>
              </a:defRPr>
            </a:lvl2pPr>
            <a:lvl3pPr marL="1371600" marR="0" lvl="2" indent="-330200" algn="l" rtl="0">
              <a:lnSpc>
                <a:spcPct val="100000"/>
              </a:lnSpc>
              <a:spcBef>
                <a:spcPts val="1000"/>
              </a:spcBef>
              <a:spcAft>
                <a:spcPts val="0"/>
              </a:spcAft>
              <a:buClr>
                <a:srgbClr val="A5A5A5"/>
              </a:buClr>
              <a:buSzPts val="1600"/>
              <a:buFont typeface="Calibri"/>
              <a:buChar char="𑇐"/>
              <a:defRPr sz="1600" b="0" i="0" u="none" strike="noStrike" cap="none">
                <a:solidFill>
                  <a:schemeClr val="dk1"/>
                </a:solidFill>
                <a:latin typeface="Calibri"/>
                <a:ea typeface="Calibri"/>
                <a:cs typeface="Calibri"/>
                <a:sym typeface="Calibri"/>
              </a:defRPr>
            </a:lvl3pPr>
            <a:lvl4pPr marL="1828800" marR="0" lvl="3" indent="-307975" algn="l" rtl="0">
              <a:lnSpc>
                <a:spcPct val="100000"/>
              </a:lnSpc>
              <a:spcBef>
                <a:spcPts val="1000"/>
              </a:spcBef>
              <a:spcAft>
                <a:spcPts val="0"/>
              </a:spcAft>
              <a:buClr>
                <a:srgbClr val="A5A5A5"/>
              </a:buClr>
              <a:buSzPts val="1250"/>
              <a:buFont typeface="Calibri"/>
              <a:buChar char="𑇐"/>
              <a:defRPr sz="1250" b="0" i="0" u="none" strike="noStrike" cap="none">
                <a:solidFill>
                  <a:schemeClr val="dk1"/>
                </a:solidFill>
                <a:latin typeface="Calibri"/>
                <a:ea typeface="Calibri"/>
                <a:cs typeface="Calibri"/>
                <a:sym typeface="Calibri"/>
              </a:defRPr>
            </a:lvl4pPr>
            <a:lvl5pPr marL="2286000" marR="0" lvl="4" indent="-307975" algn="l" rtl="0">
              <a:lnSpc>
                <a:spcPct val="100000"/>
              </a:lnSpc>
              <a:spcBef>
                <a:spcPts val="1000"/>
              </a:spcBef>
              <a:spcAft>
                <a:spcPts val="0"/>
              </a:spcAft>
              <a:buClr>
                <a:srgbClr val="A5A5A5"/>
              </a:buClr>
              <a:buSzPts val="1250"/>
              <a:buFont typeface="Calibri"/>
              <a:buChar char="𑇐"/>
              <a:defRPr sz="1250" b="0" i="0" u="none" strike="noStrike" cap="none">
                <a:solidFill>
                  <a:schemeClr val="dk1"/>
                </a:solidFill>
                <a:latin typeface="Calibri"/>
                <a:ea typeface="Calibri"/>
                <a:cs typeface="Calibri"/>
                <a:sym typeface="Calibri"/>
              </a:defRPr>
            </a:lvl5pPr>
            <a:lvl6pPr marL="2743200" marR="0" lvl="5" indent="-307975" algn="l" rtl="0">
              <a:lnSpc>
                <a:spcPct val="100000"/>
              </a:lnSpc>
              <a:spcBef>
                <a:spcPts val="1000"/>
              </a:spcBef>
              <a:spcAft>
                <a:spcPts val="0"/>
              </a:spcAft>
              <a:buClr>
                <a:srgbClr val="A5A5A5"/>
              </a:buClr>
              <a:buSzPts val="1250"/>
              <a:buFont typeface="Calibri"/>
              <a:buChar char="𑇐"/>
              <a:defRPr sz="1250" b="0" i="0" u="none" strike="noStrike" cap="none">
                <a:solidFill>
                  <a:schemeClr val="dk1"/>
                </a:solidFill>
                <a:latin typeface="Calibri"/>
                <a:ea typeface="Calibri"/>
                <a:cs typeface="Calibri"/>
                <a:sym typeface="Calibri"/>
              </a:defRPr>
            </a:lvl6pPr>
            <a:lvl7pPr marL="3200400" marR="0" lvl="6" indent="-307975" algn="l" rtl="0">
              <a:lnSpc>
                <a:spcPct val="100000"/>
              </a:lnSpc>
              <a:spcBef>
                <a:spcPts val="1000"/>
              </a:spcBef>
              <a:spcAft>
                <a:spcPts val="0"/>
              </a:spcAft>
              <a:buClr>
                <a:srgbClr val="A5A5A5"/>
              </a:buClr>
              <a:buSzPts val="1250"/>
              <a:buFont typeface="Calibri"/>
              <a:buChar char="𑇐"/>
              <a:defRPr sz="1250" b="0" i="0" u="none" strike="noStrike" cap="none">
                <a:solidFill>
                  <a:schemeClr val="dk1"/>
                </a:solidFill>
                <a:latin typeface="Calibri"/>
                <a:ea typeface="Calibri"/>
                <a:cs typeface="Calibri"/>
                <a:sym typeface="Calibri"/>
              </a:defRPr>
            </a:lvl7pPr>
            <a:lvl8pPr marL="3657600" marR="0" lvl="7" indent="-307975" algn="l" rtl="0">
              <a:lnSpc>
                <a:spcPct val="100000"/>
              </a:lnSpc>
              <a:spcBef>
                <a:spcPts val="1000"/>
              </a:spcBef>
              <a:spcAft>
                <a:spcPts val="0"/>
              </a:spcAft>
              <a:buClr>
                <a:schemeClr val="dk1"/>
              </a:buClr>
              <a:buSzPts val="1250"/>
              <a:buFont typeface="Calibri"/>
              <a:buChar char="𑇐"/>
              <a:defRPr sz="1250" b="0" i="0" u="none" strike="noStrike" cap="none">
                <a:solidFill>
                  <a:schemeClr val="dk1"/>
                </a:solidFill>
                <a:latin typeface="Calibri"/>
                <a:ea typeface="Calibri"/>
                <a:cs typeface="Calibri"/>
                <a:sym typeface="Calibri"/>
              </a:defRPr>
            </a:lvl8pPr>
            <a:lvl9pPr marL="4114800" marR="0" lvl="8" indent="-307975" algn="l" rtl="0">
              <a:lnSpc>
                <a:spcPct val="100000"/>
              </a:lnSpc>
              <a:spcBef>
                <a:spcPts val="1000"/>
              </a:spcBef>
              <a:spcAft>
                <a:spcPts val="1000"/>
              </a:spcAft>
              <a:buClr>
                <a:schemeClr val="dk1"/>
              </a:buClr>
              <a:buSzPts val="1250"/>
              <a:buFont typeface="Calibri"/>
              <a:buChar char="𑛀"/>
              <a:defRPr sz="125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7" r:id="rId15"/>
    <p:sldLayoutId id="2147483668" r:id="rId16"/>
    <p:sldLayoutId id="2147483669" r:id="rId17"/>
    <p:sldLayoutId id="2147483670" r:id="rId18"/>
    <p:sldLayoutId id="2147483671" r:id="rId19"/>
    <p:sldLayoutId id="2147483672" r:id="rId20"/>
    <p:sldLayoutId id="2147483673"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74">
          <p15:clr>
            <a:srgbClr val="A5A5A5"/>
          </p15:clr>
        </p15:guide>
        <p15:guide id="2" pos="288">
          <p15:clr>
            <a:schemeClr val="dk1"/>
          </p15:clr>
        </p15:guide>
        <p15:guide id="3" pos="5472">
          <p15:clr>
            <a:schemeClr val="dk1"/>
          </p15:clr>
        </p15:guide>
        <p15:guide id="4" orient="horz" pos="2918">
          <p15:clr>
            <a:srgbClr val="A5A5A5"/>
          </p15:clr>
        </p15:guide>
        <p15:guide id="5" orient="horz" pos="537">
          <p15:clr>
            <a:srgbClr val="A5A5A5"/>
          </p15:clr>
        </p15:guide>
        <p15:guide id="6" pos="2880">
          <p15:clr>
            <a:schemeClr val="dk1"/>
          </p15:clr>
        </p15:guide>
        <p15:guide id="7" pos="1584">
          <p15:clr>
            <a:schemeClr val="dk1"/>
          </p15:clr>
        </p15:guide>
        <p15:guide id="8" pos="4176">
          <p15:clr>
            <a:schemeClr val="dk1"/>
          </p15:clr>
        </p15:guide>
        <p15:guide id="9" orient="horz" pos="1620">
          <p15:clr>
            <a:srgbClr val="A5A5A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94" name="Google Shape;19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uthoring.netcreate.app/graph/ConsentedHistoryIdentityGreekMyth/"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6"/>
          <p:cNvSpPr txBox="1">
            <a:spLocks noGrp="1"/>
          </p:cNvSpPr>
          <p:nvPr>
            <p:ph type="title"/>
          </p:nvPr>
        </p:nvSpPr>
        <p:spPr>
          <a:xfrm>
            <a:off x="457200" y="1143000"/>
            <a:ext cx="8229600" cy="1428900"/>
          </a:xfrm>
          <a:prstGeom prst="rect">
            <a:avLst/>
          </a:prstGeom>
        </p:spPr>
        <p:txBody>
          <a:bodyPr spcFirstLastPara="1" wrap="square" lIns="0" tIns="0" rIns="0" bIns="45700" anchor="b" anchorCtr="0">
            <a:noAutofit/>
          </a:bodyPr>
          <a:lstStyle/>
          <a:p>
            <a:pPr marL="0" lvl="0" indent="0" algn="l" rtl="0">
              <a:spcBef>
                <a:spcPts val="0"/>
              </a:spcBef>
              <a:spcAft>
                <a:spcPts val="0"/>
              </a:spcAft>
              <a:buNone/>
            </a:pPr>
            <a:r>
              <a:rPr lang="en"/>
              <a:t>Networks as Humanities Data</a:t>
            </a:r>
            <a:endParaRPr/>
          </a:p>
        </p:txBody>
      </p:sp>
      <p:sp>
        <p:nvSpPr>
          <p:cNvPr id="298" name="Google Shape;298;p46"/>
          <p:cNvSpPr txBox="1">
            <a:spLocks noGrp="1"/>
          </p:cNvSpPr>
          <p:nvPr>
            <p:ph type="subTitle" idx="1"/>
          </p:nvPr>
        </p:nvSpPr>
        <p:spPr>
          <a:xfrm>
            <a:off x="457200" y="2571749"/>
            <a:ext cx="6858000" cy="1283700"/>
          </a:xfrm>
          <a:prstGeom prst="rect">
            <a:avLst/>
          </a:prstGeom>
        </p:spPr>
        <p:txBody>
          <a:bodyPr spcFirstLastPara="1" wrap="square" lIns="45700" tIns="45700" rIns="91425" bIns="45700" anchor="t" anchorCtr="0">
            <a:noAutofit/>
          </a:bodyPr>
          <a:lstStyle/>
          <a:p>
            <a:pPr marL="0" lvl="0" indent="0" algn="l" rtl="0">
              <a:spcBef>
                <a:spcPts val="750"/>
              </a:spcBef>
              <a:spcAft>
                <a:spcPts val="0"/>
              </a:spcAft>
              <a:buNone/>
            </a:pPr>
            <a:r>
              <a:rPr lang="en"/>
              <a:t>The following slides are great for introducing networks in your classroom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7"/>
          <p:cNvSpPr txBox="1">
            <a:spLocks noGrp="1"/>
          </p:cNvSpPr>
          <p:nvPr>
            <p:ph type="title"/>
          </p:nvPr>
        </p:nvSpPr>
        <p:spPr>
          <a:xfrm>
            <a:off x="628650" y="273844"/>
            <a:ext cx="7886700" cy="14667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1B466C"/>
              </a:buClr>
              <a:buSzPts val="3300"/>
              <a:buFont typeface="Podkova ExtraBold"/>
              <a:buNone/>
            </a:pPr>
            <a:r>
              <a:rPr lang="en"/>
              <a:t>What is network analysis?</a:t>
            </a:r>
            <a:br>
              <a:rPr lang="en"/>
            </a:br>
            <a:r>
              <a:rPr lang="en" sz="2000"/>
              <a:t>Lots of one-on-one interactions grouped together</a:t>
            </a:r>
            <a:endParaRPr/>
          </a:p>
        </p:txBody>
      </p:sp>
      <p:sp>
        <p:nvSpPr>
          <p:cNvPr id="305" name="Google Shape;305;p47"/>
          <p:cNvSpPr txBox="1"/>
          <p:nvPr/>
        </p:nvSpPr>
        <p:spPr>
          <a:xfrm>
            <a:off x="628650" y="1643537"/>
            <a:ext cx="7886700" cy="577200"/>
          </a:xfrm>
          <a:prstGeom prst="rect">
            <a:avLst/>
          </a:prstGeom>
          <a:solidFill>
            <a:srgbClr val="9DC0CE"/>
          </a:solidFill>
          <a:ln w="9525" cap="flat" cmpd="sng">
            <a:solidFill>
              <a:srgbClr val="9DC0CE"/>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dk1"/>
                </a:solidFill>
                <a:latin typeface="Open Sans"/>
                <a:ea typeface="Open Sans"/>
                <a:cs typeface="Open Sans"/>
                <a:sym typeface="Open Sans"/>
              </a:rPr>
              <a:t>I </a:t>
            </a:r>
            <a:r>
              <a:rPr lang="en" sz="3300" b="1">
                <a:solidFill>
                  <a:schemeClr val="dk1"/>
                </a:solidFill>
                <a:latin typeface="Open Sans"/>
                <a:ea typeface="Open Sans"/>
                <a:cs typeface="Open Sans"/>
                <a:sym typeface="Open Sans"/>
              </a:rPr>
              <a:t>sent</a:t>
            </a:r>
            <a:r>
              <a:rPr lang="en" sz="3300" b="1" i="0" u="none" strike="noStrike" cap="none">
                <a:solidFill>
                  <a:schemeClr val="dk1"/>
                </a:solidFill>
                <a:latin typeface="Open Sans"/>
                <a:ea typeface="Open Sans"/>
                <a:cs typeface="Open Sans"/>
                <a:sym typeface="Open Sans"/>
              </a:rPr>
              <a:t> </a:t>
            </a:r>
            <a:r>
              <a:rPr lang="en" sz="3300" b="1">
                <a:solidFill>
                  <a:schemeClr val="dk1"/>
                </a:solidFill>
                <a:latin typeface="Open Sans"/>
                <a:ea typeface="Open Sans"/>
                <a:cs typeface="Open Sans"/>
                <a:sym typeface="Open Sans"/>
              </a:rPr>
              <a:t>a text message to you.</a:t>
            </a:r>
            <a:endParaRPr sz="3300" b="1" i="0" u="none" strike="noStrike" cap="none">
              <a:solidFill>
                <a:schemeClr val="dk1"/>
              </a:solidFill>
              <a:latin typeface="Libre Franklin Black"/>
              <a:ea typeface="Libre Franklin Black"/>
              <a:cs typeface="Libre Franklin Black"/>
              <a:sym typeface="Libre Franklin Black"/>
            </a:endParaRPr>
          </a:p>
        </p:txBody>
      </p:sp>
      <p:sp>
        <p:nvSpPr>
          <p:cNvPr id="306" name="Google Shape;306;p47"/>
          <p:cNvSpPr/>
          <p:nvPr/>
        </p:nvSpPr>
        <p:spPr>
          <a:xfrm rot="5400000">
            <a:off x="5641350" y="2521738"/>
            <a:ext cx="505200" cy="505200"/>
          </a:xfrm>
          <a:prstGeom prst="ellipse">
            <a:avLst/>
          </a:prstGeom>
          <a:solidFill>
            <a:srgbClr val="DEE8ED"/>
          </a:solidFill>
          <a:ln w="12700" cap="flat" cmpd="sng">
            <a:solidFill>
              <a:srgbClr val="9DC0CE"/>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ibre Franklin Medium"/>
              <a:ea typeface="Libre Franklin Medium"/>
              <a:cs typeface="Libre Franklin Medium"/>
              <a:sym typeface="Libre Franklin Medium"/>
            </a:endParaRPr>
          </a:p>
        </p:txBody>
      </p:sp>
      <p:sp>
        <p:nvSpPr>
          <p:cNvPr id="307" name="Google Shape;307;p47"/>
          <p:cNvSpPr/>
          <p:nvPr/>
        </p:nvSpPr>
        <p:spPr>
          <a:xfrm rot="5400000">
            <a:off x="2215567" y="2521738"/>
            <a:ext cx="505200" cy="505200"/>
          </a:xfrm>
          <a:prstGeom prst="ellipse">
            <a:avLst/>
          </a:prstGeom>
          <a:solidFill>
            <a:srgbClr val="DEE8ED"/>
          </a:solidFill>
          <a:ln w="12700" cap="flat" cmpd="sng">
            <a:solidFill>
              <a:srgbClr val="9DC0CE"/>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ibre Franklin Medium"/>
              <a:ea typeface="Libre Franklin Medium"/>
              <a:cs typeface="Libre Franklin Medium"/>
              <a:sym typeface="Libre Franklin Medium"/>
            </a:endParaRPr>
          </a:p>
        </p:txBody>
      </p:sp>
      <p:cxnSp>
        <p:nvCxnSpPr>
          <p:cNvPr id="308" name="Google Shape;308;p47"/>
          <p:cNvCxnSpPr>
            <a:stCxn id="306" idx="4"/>
            <a:endCxn id="307" idx="0"/>
          </p:cNvCxnSpPr>
          <p:nvPr/>
        </p:nvCxnSpPr>
        <p:spPr>
          <a:xfrm rot="10800000">
            <a:off x="2720850" y="2774338"/>
            <a:ext cx="2920500" cy="0"/>
          </a:xfrm>
          <a:prstGeom prst="straightConnector1">
            <a:avLst/>
          </a:prstGeom>
          <a:noFill/>
          <a:ln w="38100" cap="flat" cmpd="sng">
            <a:solidFill>
              <a:schemeClr val="accent1"/>
            </a:solidFill>
            <a:prstDash val="solid"/>
            <a:miter lim="800000"/>
            <a:headEnd type="none" w="sm" len="sm"/>
            <a:tailEnd type="none" w="sm" len="sm"/>
          </a:ln>
        </p:spPr>
      </p:cxnSp>
      <p:sp>
        <p:nvSpPr>
          <p:cNvPr id="309" name="Google Shape;309;p47"/>
          <p:cNvSpPr txBox="1"/>
          <p:nvPr/>
        </p:nvSpPr>
        <p:spPr>
          <a:xfrm>
            <a:off x="628650" y="3418525"/>
            <a:ext cx="7886700" cy="577200"/>
          </a:xfrm>
          <a:prstGeom prst="rect">
            <a:avLst/>
          </a:prstGeom>
          <a:solidFill>
            <a:srgbClr val="9DC0CE"/>
          </a:solidFill>
          <a:ln w="9525" cap="flat" cmpd="sng">
            <a:solidFill>
              <a:srgbClr val="9DC0CE"/>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a:solidFill>
                  <a:schemeClr val="dk1"/>
                </a:solidFill>
                <a:latin typeface="Open Sans"/>
                <a:ea typeface="Open Sans"/>
                <a:cs typeface="Open Sans"/>
                <a:sym typeface="Open Sans"/>
              </a:rPr>
              <a:t>We visited a new state.</a:t>
            </a:r>
            <a:endParaRPr sz="1800" b="1">
              <a:solidFill>
                <a:schemeClr val="dk1"/>
              </a:solidFill>
              <a:latin typeface="Open Sans"/>
              <a:ea typeface="Open Sans"/>
              <a:cs typeface="Open Sans"/>
              <a:sym typeface="Open Sans"/>
            </a:endParaRPr>
          </a:p>
        </p:txBody>
      </p:sp>
      <p:sp>
        <p:nvSpPr>
          <p:cNvPr id="310" name="Google Shape;310;p47"/>
          <p:cNvSpPr/>
          <p:nvPr/>
        </p:nvSpPr>
        <p:spPr>
          <a:xfrm rot="-5400000">
            <a:off x="1544075" y="2074275"/>
            <a:ext cx="262200" cy="3630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7"/>
          <p:cNvSpPr/>
          <p:nvPr/>
        </p:nvSpPr>
        <p:spPr>
          <a:xfrm rot="-5400000">
            <a:off x="3819650" y="182350"/>
            <a:ext cx="262200" cy="41502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7"/>
          <p:cNvSpPr/>
          <p:nvPr/>
        </p:nvSpPr>
        <p:spPr>
          <a:xfrm rot="-5400000">
            <a:off x="6891250" y="1825425"/>
            <a:ext cx="262200" cy="8607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7"/>
          <p:cNvSpPr/>
          <p:nvPr/>
        </p:nvSpPr>
        <p:spPr>
          <a:xfrm rot="5400000">
            <a:off x="5595500" y="1929400"/>
            <a:ext cx="262200" cy="28401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7"/>
          <p:cNvSpPr/>
          <p:nvPr/>
        </p:nvSpPr>
        <p:spPr>
          <a:xfrm rot="5400000">
            <a:off x="3400075" y="2574100"/>
            <a:ext cx="262200" cy="15507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7"/>
          <p:cNvSpPr/>
          <p:nvPr/>
        </p:nvSpPr>
        <p:spPr>
          <a:xfrm rot="5400000">
            <a:off x="2201750" y="2892850"/>
            <a:ext cx="262200" cy="846000"/>
          </a:xfrm>
          <a:prstGeom prst="leftBrace">
            <a:avLst>
              <a:gd name="adj1" fmla="val 50000"/>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7"/>
          <p:cNvSpPr txBox="1"/>
          <p:nvPr/>
        </p:nvSpPr>
        <p:spPr>
          <a:xfrm>
            <a:off x="2072200" y="2521525"/>
            <a:ext cx="724800" cy="36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latin typeface="Calibri"/>
                <a:ea typeface="Calibri"/>
                <a:cs typeface="Calibri"/>
                <a:sym typeface="Calibri"/>
              </a:rPr>
              <a:t>Node</a:t>
            </a:r>
            <a:endParaRPr>
              <a:latin typeface="Calibri"/>
              <a:ea typeface="Calibri"/>
              <a:cs typeface="Calibri"/>
              <a:sym typeface="Calibri"/>
            </a:endParaRPr>
          </a:p>
        </p:txBody>
      </p:sp>
      <p:sp>
        <p:nvSpPr>
          <p:cNvPr id="317" name="Google Shape;317;p47"/>
          <p:cNvSpPr txBox="1"/>
          <p:nvPr/>
        </p:nvSpPr>
        <p:spPr>
          <a:xfrm>
            <a:off x="5641350" y="2546038"/>
            <a:ext cx="724800" cy="3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Node</a:t>
            </a:r>
            <a:endParaRPr>
              <a:latin typeface="Calibri"/>
              <a:ea typeface="Calibri"/>
              <a:cs typeface="Calibri"/>
              <a:sym typeface="Calibri"/>
            </a:endParaRPr>
          </a:p>
        </p:txBody>
      </p:sp>
      <p:sp>
        <p:nvSpPr>
          <p:cNvPr id="318" name="Google Shape;318;p47"/>
          <p:cNvSpPr txBox="1"/>
          <p:nvPr/>
        </p:nvSpPr>
        <p:spPr>
          <a:xfrm>
            <a:off x="3818663" y="2722325"/>
            <a:ext cx="724800" cy="36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Calibri"/>
                <a:ea typeface="Calibri"/>
                <a:cs typeface="Calibri"/>
                <a:sym typeface="Calibri"/>
              </a:rPr>
              <a:t>Edge</a:t>
            </a:r>
            <a:endParaRPr>
              <a:latin typeface="Calibri"/>
              <a:ea typeface="Calibri"/>
              <a:cs typeface="Calibri"/>
              <a:sym typeface="Calibri"/>
            </a:endParaRPr>
          </a:p>
          <a:p>
            <a:pPr marL="0" lvl="0" indent="0" algn="ctr" rtl="0">
              <a:spcBef>
                <a:spcPts val="0"/>
              </a:spcBef>
              <a:spcAft>
                <a:spcPts val="0"/>
              </a:spcAft>
              <a:buNone/>
            </a:pPr>
            <a:r>
              <a:rPr lang="en">
                <a:latin typeface="Calibri"/>
                <a:ea typeface="Calibri"/>
                <a:cs typeface="Calibri"/>
                <a:sym typeface="Calibri"/>
              </a:rPr>
              <a:t>VERB</a:t>
            </a:r>
            <a:endParaRPr>
              <a:latin typeface="Calibri"/>
              <a:ea typeface="Calibri"/>
              <a:cs typeface="Calibri"/>
              <a:sym typeface="Calibri"/>
            </a:endParaRPr>
          </a:p>
        </p:txBody>
      </p:sp>
      <p:grpSp>
        <p:nvGrpSpPr>
          <p:cNvPr id="319" name="Google Shape;319;p47"/>
          <p:cNvGrpSpPr/>
          <p:nvPr/>
        </p:nvGrpSpPr>
        <p:grpSpPr>
          <a:xfrm>
            <a:off x="1675175" y="2386875"/>
            <a:ext cx="5347175" cy="831475"/>
            <a:chOff x="1675175" y="2386875"/>
            <a:chExt cx="5347175" cy="831475"/>
          </a:xfrm>
        </p:grpSpPr>
        <p:cxnSp>
          <p:nvCxnSpPr>
            <p:cNvPr id="320" name="Google Shape;320;p47"/>
            <p:cNvCxnSpPr>
              <a:stCxn id="310" idx="1"/>
              <a:endCxn id="316" idx="1"/>
            </p:cNvCxnSpPr>
            <p:nvPr/>
          </p:nvCxnSpPr>
          <p:spPr>
            <a:xfrm>
              <a:off x="1675175" y="2386875"/>
              <a:ext cx="396900" cy="315900"/>
            </a:xfrm>
            <a:prstGeom prst="straightConnector1">
              <a:avLst/>
            </a:prstGeom>
            <a:noFill/>
            <a:ln w="9525" cap="flat" cmpd="sng">
              <a:solidFill>
                <a:srgbClr val="0000FF"/>
              </a:solidFill>
              <a:prstDash val="solid"/>
              <a:round/>
              <a:headEnd type="none" w="med" len="med"/>
              <a:tailEnd type="triangle" w="med" len="med"/>
            </a:ln>
          </p:spPr>
        </p:cxnSp>
        <p:cxnSp>
          <p:nvCxnSpPr>
            <p:cNvPr id="321" name="Google Shape;321;p47"/>
            <p:cNvCxnSpPr>
              <a:stCxn id="312" idx="1"/>
              <a:endCxn id="317" idx="0"/>
            </p:cNvCxnSpPr>
            <p:nvPr/>
          </p:nvCxnSpPr>
          <p:spPr>
            <a:xfrm flipH="1">
              <a:off x="6003850" y="2386875"/>
              <a:ext cx="1018500" cy="159300"/>
            </a:xfrm>
            <a:prstGeom prst="straightConnector1">
              <a:avLst/>
            </a:prstGeom>
            <a:noFill/>
            <a:ln w="9525" cap="flat" cmpd="sng">
              <a:solidFill>
                <a:srgbClr val="0000FF"/>
              </a:solidFill>
              <a:prstDash val="solid"/>
              <a:round/>
              <a:headEnd type="none" w="med" len="med"/>
              <a:tailEnd type="triangle" w="med" len="med"/>
            </a:ln>
          </p:spPr>
        </p:cxnSp>
        <p:cxnSp>
          <p:nvCxnSpPr>
            <p:cNvPr id="322" name="Google Shape;322;p47"/>
            <p:cNvCxnSpPr>
              <a:stCxn id="315" idx="1"/>
              <a:endCxn id="307" idx="6"/>
            </p:cNvCxnSpPr>
            <p:nvPr/>
          </p:nvCxnSpPr>
          <p:spPr>
            <a:xfrm rot="10800000" flipH="1">
              <a:off x="2332850" y="3026950"/>
              <a:ext cx="135300" cy="157800"/>
            </a:xfrm>
            <a:prstGeom prst="straightConnector1">
              <a:avLst/>
            </a:prstGeom>
            <a:noFill/>
            <a:ln w="9525" cap="flat" cmpd="sng">
              <a:solidFill>
                <a:srgbClr val="0000FF"/>
              </a:solidFill>
              <a:prstDash val="solid"/>
              <a:round/>
              <a:headEnd type="none" w="med" len="med"/>
              <a:tailEnd type="triangle" w="med" len="med"/>
            </a:ln>
          </p:spPr>
        </p:cxnSp>
        <p:cxnSp>
          <p:nvCxnSpPr>
            <p:cNvPr id="323" name="Google Shape;323;p47"/>
            <p:cNvCxnSpPr>
              <a:stCxn id="313" idx="1"/>
              <a:endCxn id="306" idx="6"/>
            </p:cNvCxnSpPr>
            <p:nvPr/>
          </p:nvCxnSpPr>
          <p:spPr>
            <a:xfrm rot="10800000" flipH="1">
              <a:off x="5726600" y="3026950"/>
              <a:ext cx="167400" cy="191400"/>
            </a:xfrm>
            <a:prstGeom prst="straightConnector1">
              <a:avLst/>
            </a:prstGeom>
            <a:noFill/>
            <a:ln w="9525" cap="flat" cmpd="sng">
              <a:solidFill>
                <a:srgbClr val="0000FF"/>
              </a:solidFill>
              <a:prstDash val="solid"/>
              <a:round/>
              <a:headEnd type="none" w="med" len="med"/>
              <a:tailEnd type="triangle" w="med" len="med"/>
            </a:ln>
          </p:spPr>
        </p:cxnSp>
      </p:grpSp>
      <p:grpSp>
        <p:nvGrpSpPr>
          <p:cNvPr id="324" name="Google Shape;324;p47"/>
          <p:cNvGrpSpPr/>
          <p:nvPr/>
        </p:nvGrpSpPr>
        <p:grpSpPr>
          <a:xfrm>
            <a:off x="3623875" y="2388550"/>
            <a:ext cx="345475" cy="829800"/>
            <a:chOff x="3623875" y="2388550"/>
            <a:chExt cx="345475" cy="829800"/>
          </a:xfrm>
        </p:grpSpPr>
        <p:cxnSp>
          <p:nvCxnSpPr>
            <p:cNvPr id="325" name="Google Shape;325;p47"/>
            <p:cNvCxnSpPr>
              <a:stCxn id="311" idx="1"/>
            </p:cNvCxnSpPr>
            <p:nvPr/>
          </p:nvCxnSpPr>
          <p:spPr>
            <a:xfrm>
              <a:off x="3950750" y="2388550"/>
              <a:ext cx="18600" cy="300000"/>
            </a:xfrm>
            <a:prstGeom prst="straightConnector1">
              <a:avLst/>
            </a:prstGeom>
            <a:noFill/>
            <a:ln w="9525" cap="flat" cmpd="sng">
              <a:solidFill>
                <a:srgbClr val="0000FF"/>
              </a:solidFill>
              <a:prstDash val="solid"/>
              <a:round/>
              <a:headEnd type="none" w="med" len="med"/>
              <a:tailEnd type="triangle" w="med" len="med"/>
            </a:ln>
          </p:spPr>
        </p:cxnSp>
        <p:cxnSp>
          <p:nvCxnSpPr>
            <p:cNvPr id="326" name="Google Shape;326;p47"/>
            <p:cNvCxnSpPr/>
            <p:nvPr/>
          </p:nvCxnSpPr>
          <p:spPr>
            <a:xfrm rot="10800000" flipH="1">
              <a:off x="3623875" y="2882350"/>
              <a:ext cx="294900" cy="336000"/>
            </a:xfrm>
            <a:prstGeom prst="straightConnector1">
              <a:avLst/>
            </a:prstGeom>
            <a:noFill/>
            <a:ln w="9525" cap="flat" cmpd="sng">
              <a:solidFill>
                <a:srgbClr val="0000FF"/>
              </a:solidFill>
              <a:prstDash val="solid"/>
              <a:round/>
              <a:headEnd type="none" w="med" len="med"/>
              <a:tailEnd type="triangle" w="med" len="med"/>
            </a:ln>
          </p:spPr>
        </p:cxnSp>
      </p:grpSp>
      <p:sp>
        <p:nvSpPr>
          <p:cNvPr id="327" name="Google Shape;327;p47"/>
          <p:cNvSpPr txBox="1"/>
          <p:nvPr/>
        </p:nvSpPr>
        <p:spPr>
          <a:xfrm>
            <a:off x="6843250" y="-26325"/>
            <a:ext cx="2149200" cy="31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latin typeface="Calibri"/>
                <a:ea typeface="Calibri"/>
                <a:cs typeface="Calibri"/>
                <a:sym typeface="Calibri"/>
              </a:rPr>
              <a:t>STUDENT-FACING SLIDE</a:t>
            </a:r>
            <a:endParaRPr>
              <a:latin typeface="Calibri"/>
              <a:ea typeface="Calibri"/>
              <a:cs typeface="Calibri"/>
              <a:sym typeface="Calibri"/>
            </a:endParaRPr>
          </a:p>
        </p:txBody>
      </p:sp>
      <p:sp>
        <p:nvSpPr>
          <p:cNvPr id="328" name="Google Shape;328;p47"/>
          <p:cNvSpPr txBox="1"/>
          <p:nvPr/>
        </p:nvSpPr>
        <p:spPr>
          <a:xfrm>
            <a:off x="1290275" y="2497128"/>
            <a:ext cx="860700" cy="79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FF"/>
                </a:solidFill>
                <a:latin typeface="Calibri"/>
                <a:ea typeface="Calibri"/>
                <a:cs typeface="Calibri"/>
                <a:sym typeface="Calibri"/>
              </a:rPr>
              <a:t>Source Node</a:t>
            </a:r>
            <a:endParaRPr>
              <a:solidFill>
                <a:srgbClr val="0000FF"/>
              </a:solidFill>
              <a:latin typeface="Calibri"/>
              <a:ea typeface="Calibri"/>
              <a:cs typeface="Calibri"/>
              <a:sym typeface="Calibri"/>
            </a:endParaRPr>
          </a:p>
          <a:p>
            <a:pPr marL="0" lvl="0" indent="0" algn="l" rtl="0">
              <a:spcBef>
                <a:spcPts val="0"/>
              </a:spcBef>
              <a:spcAft>
                <a:spcPts val="0"/>
              </a:spcAft>
              <a:buNone/>
            </a:pPr>
            <a:r>
              <a:rPr lang="en">
                <a:solidFill>
                  <a:srgbClr val="0000FF"/>
                </a:solidFill>
                <a:latin typeface="Calibri"/>
                <a:ea typeface="Calibri"/>
                <a:cs typeface="Calibri"/>
                <a:sym typeface="Calibri"/>
              </a:rPr>
              <a:t>SUBJECT</a:t>
            </a:r>
            <a:endParaRPr>
              <a:solidFill>
                <a:srgbClr val="0000FF"/>
              </a:solidFill>
              <a:latin typeface="Calibri"/>
              <a:ea typeface="Calibri"/>
              <a:cs typeface="Calibri"/>
              <a:sym typeface="Calibri"/>
            </a:endParaRPr>
          </a:p>
        </p:txBody>
      </p:sp>
      <p:sp>
        <p:nvSpPr>
          <p:cNvPr id="329" name="Google Shape;329;p47"/>
          <p:cNvSpPr txBox="1"/>
          <p:nvPr/>
        </p:nvSpPr>
        <p:spPr>
          <a:xfrm>
            <a:off x="6248175" y="2492653"/>
            <a:ext cx="860700" cy="79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FF"/>
                </a:solidFill>
                <a:latin typeface="Calibri"/>
                <a:ea typeface="Calibri"/>
                <a:cs typeface="Calibri"/>
                <a:sym typeface="Calibri"/>
              </a:rPr>
              <a:t>Target Node</a:t>
            </a:r>
            <a:endParaRPr>
              <a:solidFill>
                <a:srgbClr val="0000FF"/>
              </a:solidFill>
              <a:latin typeface="Calibri"/>
              <a:ea typeface="Calibri"/>
              <a:cs typeface="Calibri"/>
              <a:sym typeface="Calibri"/>
            </a:endParaRPr>
          </a:p>
          <a:p>
            <a:pPr marL="0" lvl="0" indent="0" algn="l" rtl="0">
              <a:spcBef>
                <a:spcPts val="0"/>
              </a:spcBef>
              <a:spcAft>
                <a:spcPts val="0"/>
              </a:spcAft>
              <a:buNone/>
            </a:pPr>
            <a:r>
              <a:rPr lang="en">
                <a:solidFill>
                  <a:srgbClr val="0000FF"/>
                </a:solidFill>
                <a:latin typeface="Calibri"/>
                <a:ea typeface="Calibri"/>
                <a:cs typeface="Calibri"/>
                <a:sym typeface="Calibri"/>
              </a:rPr>
              <a:t>OBJECT</a:t>
            </a:r>
            <a:endParaRPr>
              <a:solidFill>
                <a:srgbClr val="0000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8"/>
          <p:cNvSpPr txBox="1"/>
          <p:nvPr/>
        </p:nvSpPr>
        <p:spPr>
          <a:xfrm>
            <a:off x="6843250" y="-26325"/>
            <a:ext cx="2149200" cy="31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latin typeface="Calibri"/>
                <a:ea typeface="Calibri"/>
                <a:cs typeface="Calibri"/>
                <a:sym typeface="Calibri"/>
              </a:rPr>
              <a:t>STUDENT-FACING SLIDE</a:t>
            </a:r>
            <a:endParaRPr>
              <a:latin typeface="Calibri"/>
              <a:ea typeface="Calibri"/>
              <a:cs typeface="Calibri"/>
              <a:sym typeface="Calibri"/>
            </a:endParaRPr>
          </a:p>
        </p:txBody>
      </p:sp>
      <p:sp>
        <p:nvSpPr>
          <p:cNvPr id="336" name="Google Shape;336;p48"/>
          <p:cNvSpPr txBox="1">
            <a:spLocks noGrp="1"/>
          </p:cNvSpPr>
          <p:nvPr>
            <p:ph type="title"/>
          </p:nvPr>
        </p:nvSpPr>
        <p:spPr>
          <a:xfrm>
            <a:off x="628650" y="273844"/>
            <a:ext cx="7886700" cy="14667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rgbClr val="1B466C"/>
              </a:buClr>
              <a:buSzPts val="3300"/>
              <a:buFont typeface="Podkova ExtraBold"/>
              <a:buNone/>
            </a:pPr>
            <a:r>
              <a:rPr lang="en"/>
              <a:t>Can I track other stuff about an interaction?</a:t>
            </a:r>
            <a:endParaRPr/>
          </a:p>
          <a:p>
            <a:pPr marL="0" lvl="0" indent="0" algn="l" rtl="0">
              <a:spcBef>
                <a:spcPts val="0"/>
              </a:spcBef>
              <a:spcAft>
                <a:spcPts val="0"/>
              </a:spcAft>
              <a:buClr>
                <a:srgbClr val="1B466C"/>
              </a:buClr>
              <a:buSzPts val="3300"/>
              <a:buFont typeface="Podkova ExtraBold"/>
              <a:buNone/>
            </a:pPr>
            <a:r>
              <a:rPr lang="en" sz="2000"/>
              <a:t>Anything we want. A node or edge can have many “attributes”.</a:t>
            </a:r>
            <a:endParaRPr>
              <a:solidFill>
                <a:srgbClr val="4A98D0"/>
              </a:solidFill>
            </a:endParaRPr>
          </a:p>
        </p:txBody>
      </p:sp>
      <p:sp>
        <p:nvSpPr>
          <p:cNvPr id="337" name="Google Shape;337;p48"/>
          <p:cNvSpPr txBox="1"/>
          <p:nvPr/>
        </p:nvSpPr>
        <p:spPr>
          <a:xfrm>
            <a:off x="628650" y="1643537"/>
            <a:ext cx="7886700" cy="577200"/>
          </a:xfrm>
          <a:prstGeom prst="rect">
            <a:avLst/>
          </a:prstGeom>
          <a:solidFill>
            <a:srgbClr val="9DC0CE"/>
          </a:solidFill>
          <a:ln w="9525" cap="flat" cmpd="sng">
            <a:solidFill>
              <a:srgbClr val="9DC0CE"/>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dk1"/>
                </a:solidFill>
                <a:latin typeface="Open Sans"/>
                <a:ea typeface="Open Sans"/>
                <a:cs typeface="Open Sans"/>
                <a:sym typeface="Open Sans"/>
              </a:rPr>
              <a:t>I </a:t>
            </a:r>
            <a:r>
              <a:rPr lang="en" sz="3300" b="1">
                <a:solidFill>
                  <a:schemeClr val="dk1"/>
                </a:solidFill>
                <a:latin typeface="Open Sans"/>
                <a:ea typeface="Open Sans"/>
                <a:cs typeface="Open Sans"/>
                <a:sym typeface="Open Sans"/>
              </a:rPr>
              <a:t>sent</a:t>
            </a:r>
            <a:r>
              <a:rPr lang="en" sz="3300" b="1" i="0" u="none" strike="noStrike" cap="none">
                <a:solidFill>
                  <a:schemeClr val="dk1"/>
                </a:solidFill>
                <a:latin typeface="Open Sans"/>
                <a:ea typeface="Open Sans"/>
                <a:cs typeface="Open Sans"/>
                <a:sym typeface="Open Sans"/>
              </a:rPr>
              <a:t> </a:t>
            </a:r>
            <a:r>
              <a:rPr lang="en" sz="3300" b="1">
                <a:solidFill>
                  <a:schemeClr val="dk1"/>
                </a:solidFill>
                <a:latin typeface="Open Sans"/>
                <a:ea typeface="Open Sans"/>
                <a:cs typeface="Open Sans"/>
                <a:sym typeface="Open Sans"/>
              </a:rPr>
              <a:t>a text message to you.</a:t>
            </a:r>
            <a:endParaRPr sz="3300" b="1" i="0" u="none" strike="noStrike" cap="none">
              <a:solidFill>
                <a:schemeClr val="dk1"/>
              </a:solidFill>
              <a:latin typeface="Libre Franklin Black"/>
              <a:ea typeface="Libre Franklin Black"/>
              <a:cs typeface="Libre Franklin Black"/>
              <a:sym typeface="Libre Franklin Black"/>
            </a:endParaRPr>
          </a:p>
        </p:txBody>
      </p:sp>
      <p:sp>
        <p:nvSpPr>
          <p:cNvPr id="338" name="Google Shape;338;p48"/>
          <p:cNvSpPr txBox="1"/>
          <p:nvPr/>
        </p:nvSpPr>
        <p:spPr>
          <a:xfrm>
            <a:off x="628650" y="3418525"/>
            <a:ext cx="7886700" cy="577200"/>
          </a:xfrm>
          <a:prstGeom prst="rect">
            <a:avLst/>
          </a:prstGeom>
          <a:solidFill>
            <a:srgbClr val="9DC0CE"/>
          </a:solidFill>
          <a:ln w="9525" cap="flat" cmpd="sng">
            <a:solidFill>
              <a:srgbClr val="9DC0CE"/>
            </a:solidFill>
            <a:prstDash val="solid"/>
            <a:round/>
            <a:headEnd type="none" w="sm" len="sm"/>
            <a:tailEnd type="none" w="sm" len="sm"/>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3300"/>
              <a:buFont typeface="Arial"/>
              <a:buNone/>
            </a:pPr>
            <a:r>
              <a:rPr lang="en" sz="3300" b="1">
                <a:solidFill>
                  <a:schemeClr val="dk1"/>
                </a:solidFill>
                <a:latin typeface="Open Sans"/>
                <a:ea typeface="Open Sans"/>
                <a:cs typeface="Open Sans"/>
                <a:sym typeface="Open Sans"/>
              </a:rPr>
              <a:t>We visited a new state.</a:t>
            </a:r>
            <a:endParaRPr sz="1800" b="1">
              <a:solidFill>
                <a:schemeClr val="dk1"/>
              </a:solidFill>
              <a:latin typeface="Open Sans"/>
              <a:ea typeface="Open Sans"/>
              <a:cs typeface="Open Sans"/>
              <a:sym typeface="Open Sans"/>
            </a:endParaRPr>
          </a:p>
        </p:txBody>
      </p:sp>
      <p:sp>
        <p:nvSpPr>
          <p:cNvPr id="339" name="Google Shape;339;p48"/>
          <p:cNvSpPr txBox="1"/>
          <p:nvPr/>
        </p:nvSpPr>
        <p:spPr>
          <a:xfrm>
            <a:off x="6077550" y="3995725"/>
            <a:ext cx="2437800" cy="114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Why?</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When?</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Who is “we”?</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Was it part of a bigger trip?</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p:txBody>
      </p:sp>
      <p:sp>
        <p:nvSpPr>
          <p:cNvPr id="340" name="Google Shape;340;p48"/>
          <p:cNvSpPr txBox="1"/>
          <p:nvPr/>
        </p:nvSpPr>
        <p:spPr>
          <a:xfrm>
            <a:off x="6041300" y="2174175"/>
            <a:ext cx="2437800" cy="120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libri"/>
                <a:ea typeface="Calibri"/>
                <a:cs typeface="Calibri"/>
                <a:sym typeface="Calibri"/>
              </a:rPr>
              <a:t>Why?</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Why you specifically?</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What did it say?</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When?</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iOS or Android?</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49"/>
          <p:cNvPicPr preferRelativeResize="0"/>
          <p:nvPr/>
        </p:nvPicPr>
        <p:blipFill>
          <a:blip r:embed="rId3">
            <a:alphaModFix/>
          </a:blip>
          <a:stretch>
            <a:fillRect/>
          </a:stretch>
        </p:blipFill>
        <p:spPr>
          <a:xfrm>
            <a:off x="1407958" y="-68200"/>
            <a:ext cx="6132084" cy="5143501"/>
          </a:xfrm>
          <a:prstGeom prst="rect">
            <a:avLst/>
          </a:prstGeom>
          <a:noFill/>
          <a:ln>
            <a:noFill/>
          </a:ln>
        </p:spPr>
      </p:pic>
      <p:sp>
        <p:nvSpPr>
          <p:cNvPr id="347" name="Google Shape;347;p49"/>
          <p:cNvSpPr txBox="1">
            <a:spLocks noGrp="1"/>
          </p:cNvSpPr>
          <p:nvPr>
            <p:ph type="title"/>
          </p:nvPr>
        </p:nvSpPr>
        <p:spPr>
          <a:xfrm>
            <a:off x="342900" y="207563"/>
            <a:ext cx="6172200" cy="4317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1B466C"/>
              </a:buClr>
              <a:buSzPct val="103125"/>
              <a:buFont typeface="Podkova ExtraBold"/>
              <a:buNone/>
            </a:pPr>
            <a:r>
              <a:rPr lang="en"/>
              <a:t>What can we learn from networks?</a:t>
            </a:r>
            <a:endParaRPr/>
          </a:p>
        </p:txBody>
      </p:sp>
      <p:sp>
        <p:nvSpPr>
          <p:cNvPr id="348" name="Google Shape;348;p49"/>
          <p:cNvSpPr txBox="1"/>
          <p:nvPr/>
        </p:nvSpPr>
        <p:spPr>
          <a:xfrm>
            <a:off x="6213300" y="276750"/>
            <a:ext cx="2930700" cy="4866900"/>
          </a:xfrm>
          <a:prstGeom prst="rect">
            <a:avLst/>
          </a:prstGeom>
          <a:solidFill>
            <a:schemeClr val="lt1"/>
          </a:solidFill>
          <a:ln>
            <a:noFill/>
          </a:ln>
        </p:spPr>
        <p:txBody>
          <a:bodyPr spcFirstLastPara="1" wrap="square" lIns="68575" tIns="34275" rIns="68575" bIns="34275" anchor="t" anchorCtr="0">
            <a:noAutofit/>
          </a:bodyPr>
          <a:lstStyle/>
          <a:p>
            <a:pPr marL="0" lvl="0" indent="0" algn="l" rtl="0">
              <a:spcBef>
                <a:spcPts val="500"/>
              </a:spcBef>
              <a:spcAft>
                <a:spcPts val="0"/>
              </a:spcAft>
              <a:buNone/>
            </a:pPr>
            <a:r>
              <a:rPr lang="en" sz="1800" b="1">
                <a:solidFill>
                  <a:srgbClr val="595959"/>
                </a:solidFill>
                <a:latin typeface="Open Sans"/>
                <a:ea typeface="Open Sans"/>
                <a:cs typeface="Open Sans"/>
                <a:sym typeface="Open Sans"/>
              </a:rPr>
              <a:t>Who are the</a:t>
            </a:r>
            <a:endParaRPr sz="1800" b="1">
              <a:solidFill>
                <a:srgbClr val="595959"/>
              </a:solidFill>
              <a:latin typeface="Open Sans"/>
              <a:ea typeface="Open Sans"/>
              <a:cs typeface="Open Sans"/>
              <a:sym typeface="Open Sans"/>
            </a:endParaRPr>
          </a:p>
          <a:p>
            <a:pPr marL="457200" lvl="0" indent="-342900" algn="l" rtl="0">
              <a:spcBef>
                <a:spcPts val="500"/>
              </a:spcBef>
              <a:spcAft>
                <a:spcPts val="0"/>
              </a:spcAft>
              <a:buClr>
                <a:srgbClr val="595959"/>
              </a:buClr>
              <a:buSzPts val="1800"/>
              <a:buFont typeface="Open Sans"/>
              <a:buChar char="●"/>
            </a:pPr>
            <a:r>
              <a:rPr lang="en" sz="1800" b="1">
                <a:solidFill>
                  <a:srgbClr val="595959"/>
                </a:solidFill>
                <a:latin typeface="Open Sans"/>
                <a:ea typeface="Open Sans"/>
                <a:cs typeface="Open Sans"/>
                <a:sym typeface="Open Sans"/>
              </a:rPr>
              <a:t>Influencers</a:t>
            </a:r>
            <a:r>
              <a:rPr lang="en" sz="1800">
                <a:solidFill>
                  <a:srgbClr val="595959"/>
                </a:solidFill>
                <a:latin typeface="Open Sans"/>
                <a:ea typeface="Open Sans"/>
                <a:cs typeface="Open Sans"/>
                <a:sym typeface="Open Sans"/>
              </a:rPr>
              <a:t> or big nodes</a:t>
            </a:r>
            <a:endParaRPr sz="1800">
              <a:solidFill>
                <a:srgbClr val="595959"/>
              </a:solidFill>
              <a:latin typeface="Open Sans"/>
              <a:ea typeface="Open Sans"/>
              <a:cs typeface="Open Sans"/>
              <a:sym typeface="Open Sans"/>
            </a:endParaRPr>
          </a:p>
          <a:p>
            <a:pPr marL="457200" lvl="0" indent="-342900" algn="l" rtl="0">
              <a:spcBef>
                <a:spcPts val="0"/>
              </a:spcBef>
              <a:spcAft>
                <a:spcPts val="0"/>
              </a:spcAft>
              <a:buClr>
                <a:srgbClr val="595959"/>
              </a:buClr>
              <a:buSzPts val="1800"/>
              <a:buChar char="●"/>
            </a:pPr>
            <a:r>
              <a:rPr lang="en" sz="1800" b="1">
                <a:solidFill>
                  <a:srgbClr val="595959"/>
                </a:solidFill>
                <a:latin typeface="Open Sans"/>
                <a:ea typeface="Open Sans"/>
                <a:cs typeface="Open Sans"/>
                <a:sym typeface="Open Sans"/>
              </a:rPr>
              <a:t>Outliers</a:t>
            </a:r>
            <a:r>
              <a:rPr lang="en" sz="1800">
                <a:solidFill>
                  <a:srgbClr val="595959"/>
                </a:solidFill>
              </a:rPr>
              <a:t> or unconnected nodes</a:t>
            </a:r>
            <a:endParaRPr sz="1800" b="1">
              <a:solidFill>
                <a:srgbClr val="595959"/>
              </a:solidFill>
            </a:endParaRPr>
          </a:p>
          <a:p>
            <a:pPr marL="457200" lvl="0" indent="-342900" algn="l" rtl="0">
              <a:spcBef>
                <a:spcPts val="0"/>
              </a:spcBef>
              <a:spcAft>
                <a:spcPts val="0"/>
              </a:spcAft>
              <a:buClr>
                <a:srgbClr val="595959"/>
              </a:buClr>
              <a:buSzPts val="1800"/>
              <a:buFont typeface="Open Sans"/>
              <a:buChar char="●"/>
            </a:pPr>
            <a:r>
              <a:rPr lang="en" sz="1800" b="1">
                <a:solidFill>
                  <a:srgbClr val="595959"/>
                </a:solidFill>
                <a:latin typeface="Open Sans"/>
                <a:ea typeface="Open Sans"/>
                <a:cs typeface="Open Sans"/>
                <a:sym typeface="Open Sans"/>
              </a:rPr>
              <a:t>Connectors</a:t>
            </a:r>
            <a:r>
              <a:rPr lang="en" sz="1800">
                <a:solidFill>
                  <a:srgbClr val="595959"/>
                </a:solidFill>
                <a:latin typeface="Open Sans"/>
                <a:ea typeface="Open Sans"/>
                <a:cs typeface="Open Sans"/>
                <a:sym typeface="Open Sans"/>
              </a:rPr>
              <a:t> who might be small but connect important nodes</a:t>
            </a:r>
            <a:endParaRPr sz="1800">
              <a:solidFill>
                <a:srgbClr val="595959"/>
              </a:solidFill>
              <a:latin typeface="Open Sans"/>
              <a:ea typeface="Open Sans"/>
              <a:cs typeface="Open Sans"/>
              <a:sym typeface="Open Sans"/>
            </a:endParaRPr>
          </a:p>
          <a:p>
            <a:pPr marL="0" lvl="0" indent="0" algn="l" rtl="0">
              <a:spcBef>
                <a:spcPts val="500"/>
              </a:spcBef>
              <a:spcAft>
                <a:spcPts val="0"/>
              </a:spcAft>
              <a:buNone/>
            </a:pPr>
            <a:r>
              <a:rPr lang="en" sz="1800" b="1">
                <a:solidFill>
                  <a:srgbClr val="595959"/>
                </a:solidFill>
                <a:latin typeface="Open Sans"/>
                <a:ea typeface="Open Sans"/>
                <a:cs typeface="Open Sans"/>
                <a:sym typeface="Open Sans"/>
              </a:rPr>
              <a:t>How fast does information spread?</a:t>
            </a:r>
            <a:endParaRPr sz="1800" b="1">
              <a:solidFill>
                <a:srgbClr val="595959"/>
              </a:solidFill>
              <a:latin typeface="Open Sans"/>
              <a:ea typeface="Open Sans"/>
              <a:cs typeface="Open Sans"/>
              <a:sym typeface="Open Sans"/>
            </a:endParaRPr>
          </a:p>
          <a:p>
            <a:pPr marL="457200" lvl="0" indent="-342900" algn="l" rtl="0">
              <a:spcBef>
                <a:spcPts val="500"/>
              </a:spcBef>
              <a:spcAft>
                <a:spcPts val="0"/>
              </a:spcAft>
              <a:buClr>
                <a:srgbClr val="595959"/>
              </a:buClr>
              <a:buSzPts val="1800"/>
              <a:buFont typeface="Open Sans"/>
              <a:buChar char="●"/>
            </a:pPr>
            <a:r>
              <a:rPr lang="en" sz="1800">
                <a:solidFill>
                  <a:srgbClr val="595959"/>
                </a:solidFill>
                <a:latin typeface="Open Sans"/>
                <a:ea typeface="Open Sans"/>
                <a:cs typeface="Open Sans"/>
                <a:sym typeface="Open Sans"/>
              </a:rPr>
              <a:t>How many nodes does information have to pass through to get from one side of the network to the other?</a:t>
            </a:r>
            <a:endParaRPr sz="1800">
              <a:solidFill>
                <a:srgbClr val="595959"/>
              </a:solidFill>
              <a:latin typeface="Open Sans"/>
              <a:ea typeface="Open Sans"/>
              <a:cs typeface="Open Sans"/>
              <a:sym typeface="Open Sans"/>
            </a:endParaRPr>
          </a:p>
        </p:txBody>
      </p:sp>
      <p:sp>
        <p:nvSpPr>
          <p:cNvPr id="349" name="Google Shape;349;p49"/>
          <p:cNvSpPr txBox="1"/>
          <p:nvPr/>
        </p:nvSpPr>
        <p:spPr>
          <a:xfrm>
            <a:off x="174875" y="849425"/>
            <a:ext cx="2298600" cy="3913200"/>
          </a:xfrm>
          <a:prstGeom prst="rect">
            <a:avLst/>
          </a:prstGeom>
          <a:solidFill>
            <a:schemeClr val="lt1"/>
          </a:solid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Clr>
                <a:schemeClr val="dk1"/>
              </a:buClr>
              <a:buSzPts val="2100"/>
              <a:buFont typeface="Arial"/>
              <a:buNone/>
            </a:pPr>
            <a:r>
              <a:rPr lang="en" sz="2000" b="1">
                <a:solidFill>
                  <a:schemeClr val="accent1"/>
                </a:solidFill>
                <a:latin typeface="Calibri"/>
                <a:ea typeface="Calibri"/>
                <a:cs typeface="Calibri"/>
                <a:sym typeface="Calibri"/>
              </a:rPr>
              <a:t>More details about one-on-one interactions, and the bigger patterns those interactions reveal. </a:t>
            </a:r>
            <a:endParaRPr sz="2000" b="1">
              <a:solidFill>
                <a:schemeClr val="accent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ts val="2100"/>
              <a:buFont typeface="Arial"/>
              <a:buNone/>
            </a:pPr>
            <a:endParaRPr sz="2100">
              <a:solidFill>
                <a:schemeClr val="dk1"/>
              </a:solidFill>
              <a:latin typeface="Open Sans Medium"/>
              <a:ea typeface="Open Sans Medium"/>
              <a:cs typeface="Open Sans Medium"/>
              <a:sym typeface="Open Sans Medium"/>
            </a:endParaRPr>
          </a:p>
          <a:p>
            <a:pPr marL="0" marR="0" lvl="0" indent="0" algn="l" rtl="0">
              <a:lnSpc>
                <a:spcPct val="90000"/>
              </a:lnSpc>
              <a:spcBef>
                <a:spcPts val="0"/>
              </a:spcBef>
              <a:spcAft>
                <a:spcPts val="0"/>
              </a:spcAft>
              <a:buClr>
                <a:schemeClr val="dk1"/>
              </a:buClr>
              <a:buSzPts val="2100"/>
              <a:buFont typeface="Arial"/>
              <a:buNone/>
            </a:pPr>
            <a:r>
              <a:rPr lang="en" sz="1500">
                <a:solidFill>
                  <a:schemeClr val="dk1"/>
                </a:solidFill>
                <a:latin typeface="Open Sans Medium"/>
                <a:ea typeface="Open Sans Medium"/>
                <a:cs typeface="Open Sans Medium"/>
                <a:sym typeface="Open Sans Medium"/>
              </a:rPr>
              <a:t>Interactions between Greek Gods</a:t>
            </a:r>
            <a:endParaRPr sz="1500" b="0" i="0" u="none" strike="noStrike" cap="none">
              <a:solidFill>
                <a:srgbClr val="000000"/>
              </a:solidFill>
              <a:latin typeface="Arial"/>
              <a:ea typeface="Arial"/>
              <a:cs typeface="Arial"/>
              <a:sym typeface="Arial"/>
            </a:endParaRPr>
          </a:p>
          <a:p>
            <a:pPr marL="177800" marR="0" lvl="0" indent="-133350" algn="l" rtl="0">
              <a:lnSpc>
                <a:spcPct val="90000"/>
              </a:lnSpc>
              <a:spcBef>
                <a:spcPts val="800"/>
              </a:spcBef>
              <a:spcAft>
                <a:spcPts val="0"/>
              </a:spcAft>
              <a:buClr>
                <a:schemeClr val="dk1"/>
              </a:buClr>
              <a:buSzPts val="1500"/>
              <a:buFont typeface="Arial"/>
              <a:buChar char="•"/>
            </a:pPr>
            <a:r>
              <a:rPr lang="en" sz="1500">
                <a:solidFill>
                  <a:schemeClr val="dk1"/>
                </a:solidFill>
                <a:latin typeface="Open Sans Medium"/>
                <a:ea typeface="Open Sans Medium"/>
                <a:cs typeface="Open Sans Medium"/>
                <a:sym typeface="Open Sans Medium"/>
              </a:rPr>
              <a:t>lavender</a:t>
            </a:r>
            <a:r>
              <a:rPr lang="en" sz="1500" b="0" i="0" u="none" strike="noStrike" cap="none">
                <a:solidFill>
                  <a:schemeClr val="dk1"/>
                </a:solidFill>
                <a:latin typeface="Open Sans Medium"/>
                <a:ea typeface="Open Sans Medium"/>
                <a:cs typeface="Open Sans Medium"/>
                <a:sym typeface="Open Sans Medium"/>
              </a:rPr>
              <a:t> = </a:t>
            </a:r>
            <a:r>
              <a:rPr lang="en" sz="1500">
                <a:solidFill>
                  <a:schemeClr val="dk1"/>
                </a:solidFill>
                <a:latin typeface="Open Sans Medium"/>
                <a:ea typeface="Open Sans Medium"/>
                <a:cs typeface="Open Sans Medium"/>
                <a:sym typeface="Open Sans Medium"/>
              </a:rPr>
              <a:t>Greek god</a:t>
            </a:r>
            <a:endParaRPr sz="1500" b="0" i="0" u="none" strike="noStrike" cap="none">
              <a:solidFill>
                <a:srgbClr val="000000"/>
              </a:solidFill>
              <a:latin typeface="Arial"/>
              <a:ea typeface="Arial"/>
              <a:cs typeface="Arial"/>
              <a:sym typeface="Arial"/>
            </a:endParaRPr>
          </a:p>
          <a:p>
            <a:pPr marL="177800" marR="0" lvl="0" indent="-133350" algn="l" rtl="0">
              <a:lnSpc>
                <a:spcPct val="90000"/>
              </a:lnSpc>
              <a:spcBef>
                <a:spcPts val="800"/>
              </a:spcBef>
              <a:spcAft>
                <a:spcPts val="0"/>
              </a:spcAft>
              <a:buClr>
                <a:schemeClr val="dk1"/>
              </a:buClr>
              <a:buSzPts val="1500"/>
              <a:buFont typeface="Arial"/>
              <a:buChar char="•"/>
            </a:pPr>
            <a:r>
              <a:rPr lang="en" sz="1500">
                <a:solidFill>
                  <a:schemeClr val="dk1"/>
                </a:solidFill>
                <a:latin typeface="Open Sans Medium"/>
                <a:ea typeface="Open Sans Medium"/>
                <a:cs typeface="Open Sans Medium"/>
                <a:sym typeface="Open Sans Medium"/>
              </a:rPr>
              <a:t>blue</a:t>
            </a:r>
            <a:r>
              <a:rPr lang="en" sz="1500" b="0" i="0" u="none" strike="noStrike" cap="none">
                <a:solidFill>
                  <a:schemeClr val="dk1"/>
                </a:solidFill>
                <a:latin typeface="Open Sans Medium"/>
                <a:ea typeface="Open Sans Medium"/>
                <a:cs typeface="Open Sans Medium"/>
                <a:sym typeface="Open Sans Medium"/>
              </a:rPr>
              <a:t> = </a:t>
            </a:r>
            <a:r>
              <a:rPr lang="en" sz="1500">
                <a:solidFill>
                  <a:schemeClr val="dk1"/>
                </a:solidFill>
                <a:latin typeface="Open Sans Medium"/>
                <a:ea typeface="Open Sans Medium"/>
                <a:cs typeface="Open Sans Medium"/>
                <a:sym typeface="Open Sans Medium"/>
              </a:rPr>
              <a:t>mythological creature</a:t>
            </a:r>
            <a:endParaRPr sz="1500">
              <a:solidFill>
                <a:schemeClr val="dk1"/>
              </a:solidFill>
              <a:latin typeface="Open Sans Medium"/>
              <a:ea typeface="Open Sans Medium"/>
              <a:cs typeface="Open Sans Medium"/>
              <a:sym typeface="Open Sans Medium"/>
            </a:endParaRPr>
          </a:p>
          <a:p>
            <a:pPr marL="177800" marR="0" lvl="0" indent="-133350" algn="l" rtl="0">
              <a:lnSpc>
                <a:spcPct val="90000"/>
              </a:lnSpc>
              <a:spcBef>
                <a:spcPts val="800"/>
              </a:spcBef>
              <a:spcAft>
                <a:spcPts val="0"/>
              </a:spcAft>
              <a:buClr>
                <a:schemeClr val="dk1"/>
              </a:buClr>
              <a:buSzPts val="1500"/>
              <a:buFont typeface="Open Sans Medium"/>
              <a:buChar char="•"/>
            </a:pPr>
            <a:r>
              <a:rPr lang="en" sz="1500">
                <a:solidFill>
                  <a:schemeClr val="dk1"/>
                </a:solidFill>
                <a:latin typeface="Open Sans Medium"/>
                <a:ea typeface="Open Sans Medium"/>
                <a:cs typeface="Open Sans Medium"/>
                <a:sym typeface="Open Sans Medium"/>
              </a:rPr>
              <a:t>Orange: Human</a:t>
            </a:r>
            <a:endParaRPr sz="2100" b="0" i="0" u="none" strike="noStrike" cap="none">
              <a:solidFill>
                <a:schemeClr val="dk1"/>
              </a:solidFill>
              <a:latin typeface="Open Sans Medium"/>
              <a:ea typeface="Open Sans Medium"/>
              <a:cs typeface="Open Sans Medium"/>
              <a:sym typeface="Open Sans Medium"/>
            </a:endParaRPr>
          </a:p>
        </p:txBody>
      </p:sp>
      <p:sp>
        <p:nvSpPr>
          <p:cNvPr id="350" name="Google Shape;350;p49"/>
          <p:cNvSpPr txBox="1"/>
          <p:nvPr/>
        </p:nvSpPr>
        <p:spPr>
          <a:xfrm>
            <a:off x="6843250" y="-26325"/>
            <a:ext cx="2149200" cy="311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latin typeface="Calibri"/>
                <a:ea typeface="Calibri"/>
                <a:cs typeface="Calibri"/>
                <a:sym typeface="Calibri"/>
              </a:rPr>
              <a:t>STUDENT-FACING SLIDE</a:t>
            </a:r>
            <a:endParaRPr>
              <a:latin typeface="Calibri"/>
              <a:ea typeface="Calibri"/>
              <a:cs typeface="Calibri"/>
              <a:sym typeface="Calibri"/>
            </a:endParaRPr>
          </a:p>
        </p:txBody>
      </p:sp>
      <p:sp>
        <p:nvSpPr>
          <p:cNvPr id="351" name="Google Shape;351;p49"/>
          <p:cNvSpPr/>
          <p:nvPr/>
        </p:nvSpPr>
        <p:spPr>
          <a:xfrm>
            <a:off x="3991924" y="2289150"/>
            <a:ext cx="729600" cy="760500"/>
          </a:xfrm>
          <a:prstGeom prst="ellipse">
            <a:avLst/>
          </a:prstGeom>
          <a:noFill/>
          <a:ln w="76200" cap="flat" cmpd="sng">
            <a:solidFill>
              <a:srgbClr val="00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9"/>
          <p:cNvSpPr/>
          <p:nvPr/>
        </p:nvSpPr>
        <p:spPr>
          <a:xfrm>
            <a:off x="6213375" y="544100"/>
            <a:ext cx="1924800" cy="431700"/>
          </a:xfrm>
          <a:prstGeom prst="ellipse">
            <a:avLst/>
          </a:prstGeom>
          <a:noFill/>
          <a:ln w="76200" cap="flat" cmpd="sng">
            <a:solidFill>
              <a:srgbClr val="00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9"/>
          <p:cNvSpPr/>
          <p:nvPr/>
        </p:nvSpPr>
        <p:spPr>
          <a:xfrm>
            <a:off x="4132275" y="4389325"/>
            <a:ext cx="273000" cy="2433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9"/>
          <p:cNvSpPr/>
          <p:nvPr/>
        </p:nvSpPr>
        <p:spPr>
          <a:xfrm>
            <a:off x="6213375" y="1142225"/>
            <a:ext cx="1924800" cy="4317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9"/>
          <p:cNvSpPr/>
          <p:nvPr/>
        </p:nvSpPr>
        <p:spPr>
          <a:xfrm>
            <a:off x="4572000" y="3735525"/>
            <a:ext cx="472200" cy="471600"/>
          </a:xfrm>
          <a:prstGeom prst="ellipse">
            <a:avLst/>
          </a:prstGeom>
          <a:noFill/>
          <a:ln w="762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9"/>
          <p:cNvSpPr/>
          <p:nvPr/>
        </p:nvSpPr>
        <p:spPr>
          <a:xfrm>
            <a:off x="6213375" y="1683450"/>
            <a:ext cx="1924800" cy="471600"/>
          </a:xfrm>
          <a:prstGeom prst="ellipse">
            <a:avLst/>
          </a:prstGeom>
          <a:noFill/>
          <a:ln w="762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9"/>
          <p:cNvSpPr/>
          <p:nvPr/>
        </p:nvSpPr>
        <p:spPr>
          <a:xfrm>
            <a:off x="2623350" y="849425"/>
            <a:ext cx="273000" cy="2433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9"/>
          <p:cNvSpPr/>
          <p:nvPr/>
        </p:nvSpPr>
        <p:spPr>
          <a:xfrm>
            <a:off x="3143950" y="2474400"/>
            <a:ext cx="472200" cy="471600"/>
          </a:xfrm>
          <a:prstGeom prst="ellipse">
            <a:avLst/>
          </a:prstGeom>
          <a:noFill/>
          <a:ln w="762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9"/>
          <p:cNvSpPr/>
          <p:nvPr/>
        </p:nvSpPr>
        <p:spPr>
          <a:xfrm>
            <a:off x="4721525" y="1445450"/>
            <a:ext cx="472200" cy="471600"/>
          </a:xfrm>
          <a:prstGeom prst="ellipse">
            <a:avLst/>
          </a:prstGeom>
          <a:noFill/>
          <a:ln w="762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5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51"/>
                                        </p:tgtEl>
                                        <p:attrNameLst>
                                          <p:attrName>style.visibility</p:attrName>
                                        </p:attrNameLst>
                                      </p:cBhvr>
                                      <p:to>
                                        <p:strVal val="hidden"/>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54"/>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5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5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353"/>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354"/>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357"/>
                                        </p:tgtEl>
                                        <p:attrNameLst>
                                          <p:attrName>style.visibility</p:attrName>
                                        </p:attrNameLst>
                                      </p:cBhvr>
                                      <p:to>
                                        <p:strVal val="hidden"/>
                                      </p:to>
                                    </p:set>
                                  </p:childTnLst>
                                </p:cTn>
                              </p:par>
                              <p:par>
                                <p:cTn id="30" presetID="1" presetClass="entr" presetSubtype="0" fill="hold" nodeType="withEffect">
                                  <p:stCondLst>
                                    <p:cond delay="0"/>
                                  </p:stCondLst>
                                  <p:childTnLst>
                                    <p:set>
                                      <p:cBhvr>
                                        <p:cTn id="31" dur="1" fill="hold">
                                          <p:stCondLst>
                                            <p:cond delay="0"/>
                                          </p:stCondLst>
                                        </p:cTn>
                                        <p:tgtEl>
                                          <p:spTgt spid="35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5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5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0"/>
          <p:cNvSpPr txBox="1">
            <a:spLocks noGrp="1"/>
          </p:cNvSpPr>
          <p:nvPr>
            <p:ph type="title"/>
          </p:nvPr>
        </p:nvSpPr>
        <p:spPr>
          <a:xfrm>
            <a:off x="457200" y="276750"/>
            <a:ext cx="8229600" cy="575700"/>
          </a:xfrm>
          <a:prstGeom prst="rect">
            <a:avLst/>
          </a:prstGeom>
        </p:spPr>
        <p:txBody>
          <a:bodyPr spcFirstLastPara="1" wrap="square" lIns="0" tIns="0" rIns="0" bIns="45700" anchor="t" anchorCtr="0">
            <a:noAutofit/>
          </a:bodyPr>
          <a:lstStyle/>
          <a:p>
            <a:pPr marL="0" lvl="0" indent="0" algn="l" rtl="0">
              <a:spcBef>
                <a:spcPts val="0"/>
              </a:spcBef>
              <a:spcAft>
                <a:spcPts val="0"/>
              </a:spcAft>
              <a:buNone/>
            </a:pPr>
            <a:r>
              <a:rPr lang="en"/>
              <a:t>Students’ Interest Network</a:t>
            </a:r>
            <a:endParaRPr/>
          </a:p>
        </p:txBody>
      </p:sp>
      <p:sp>
        <p:nvSpPr>
          <p:cNvPr id="365" name="Google Shape;365;p50"/>
          <p:cNvSpPr txBox="1">
            <a:spLocks noGrp="1"/>
          </p:cNvSpPr>
          <p:nvPr>
            <p:ph type="body" idx="1"/>
          </p:nvPr>
        </p:nvSpPr>
        <p:spPr>
          <a:xfrm>
            <a:off x="243125" y="852450"/>
            <a:ext cx="8710500" cy="3988500"/>
          </a:xfrm>
          <a:prstGeom prst="rect">
            <a:avLst/>
          </a:prstGeom>
        </p:spPr>
        <p:txBody>
          <a:bodyPr spcFirstLastPara="1" wrap="square" lIns="0" tIns="0" rIns="0" bIns="45700" anchor="t" anchorCtr="0">
            <a:noAutofit/>
          </a:bodyPr>
          <a:lstStyle/>
          <a:p>
            <a:pPr marL="0" lvl="0" indent="0" algn="l" rtl="0">
              <a:spcBef>
                <a:spcPts val="750"/>
              </a:spcBef>
              <a:spcAft>
                <a:spcPts val="0"/>
              </a:spcAft>
              <a:buNone/>
            </a:pPr>
            <a:r>
              <a:rPr lang="en"/>
              <a:t>Students and Greek myths in an identity/content network: </a:t>
            </a:r>
            <a:endParaRPr/>
          </a:p>
          <a:p>
            <a:pPr marL="0" lvl="0" indent="0" algn="l" rtl="0">
              <a:spcBef>
                <a:spcPts val="1000"/>
              </a:spcBef>
              <a:spcAft>
                <a:spcPts val="0"/>
              </a:spcAft>
              <a:buNone/>
            </a:pPr>
            <a:r>
              <a:rPr lang="en" sz="1500" u="sng">
                <a:solidFill>
                  <a:schemeClr val="hlink"/>
                </a:solidFill>
                <a:latin typeface="Arial"/>
                <a:ea typeface="Arial"/>
                <a:cs typeface="Arial"/>
                <a:sym typeface="Arial"/>
                <a:hlinkClick r:id="rId3"/>
              </a:rPr>
              <a:t>https://authoring.netcreate.app/graph/ConsentedHistoryIdentityGreekMyth/</a:t>
            </a:r>
            <a:endParaRPr sz="2400"/>
          </a:p>
          <a:p>
            <a:pPr marL="0" lvl="0" indent="0" algn="l" rtl="0">
              <a:spcBef>
                <a:spcPts val="1000"/>
              </a:spcBef>
              <a:spcAft>
                <a:spcPts val="0"/>
              </a:spcAft>
              <a:buNone/>
            </a:pPr>
            <a:r>
              <a:rPr lang="en"/>
              <a:t>Connecting classroom content and data literacy: </a:t>
            </a:r>
            <a:endParaRPr/>
          </a:p>
          <a:p>
            <a:pPr marL="457200" lvl="0" indent="-355600" algn="l" rtl="0">
              <a:spcBef>
                <a:spcPts val="1000"/>
              </a:spcBef>
              <a:spcAft>
                <a:spcPts val="0"/>
              </a:spcAft>
              <a:buSzPts val="2000"/>
              <a:buChar char="𑇐"/>
            </a:pPr>
            <a:r>
              <a:rPr lang="en"/>
              <a:t>How does this emerging network help us understand a classroom’s shared identity in network-analysis-specific concepts?</a:t>
            </a:r>
            <a:endParaRPr/>
          </a:p>
          <a:p>
            <a:pPr marL="914400" lvl="1" indent="-342900" algn="l" rtl="0">
              <a:spcBef>
                <a:spcPts val="0"/>
              </a:spcBef>
              <a:spcAft>
                <a:spcPts val="0"/>
              </a:spcAft>
              <a:buSzPts val="1800"/>
              <a:buChar char="𑇐"/>
            </a:pPr>
            <a:r>
              <a:rPr lang="en"/>
              <a:t>Gravity</a:t>
            </a:r>
            <a:endParaRPr/>
          </a:p>
          <a:p>
            <a:pPr marL="914400" lvl="1" indent="-342900" algn="l" rtl="0">
              <a:spcBef>
                <a:spcPts val="0"/>
              </a:spcBef>
              <a:spcAft>
                <a:spcPts val="0"/>
              </a:spcAft>
              <a:buSzPts val="1800"/>
              <a:buChar char="𑇐"/>
            </a:pPr>
            <a:r>
              <a:rPr lang="en"/>
              <a:t>Node/edge data tables</a:t>
            </a:r>
            <a:endParaRPr/>
          </a:p>
          <a:p>
            <a:pPr marL="914400" lvl="1" indent="-342900" algn="l" rtl="0">
              <a:spcBef>
                <a:spcPts val="0"/>
              </a:spcBef>
              <a:spcAft>
                <a:spcPts val="0"/>
              </a:spcAft>
              <a:buSzPts val="1800"/>
              <a:buChar char="𑇐"/>
            </a:pPr>
            <a:r>
              <a:rPr lang="en"/>
              <a:t>Attribute data in open-ended notes</a:t>
            </a:r>
            <a:endParaRPr/>
          </a:p>
          <a:p>
            <a:pPr marL="457200" lvl="0" indent="-355600" algn="l" rtl="0">
              <a:spcBef>
                <a:spcPts val="0"/>
              </a:spcBef>
              <a:spcAft>
                <a:spcPts val="0"/>
              </a:spcAft>
              <a:buSzPts val="2000"/>
              <a:buChar char="𑇐"/>
            </a:pPr>
            <a:r>
              <a:rPr lang="en"/>
              <a:t>How can we connect that shared identity to classroom content using data- and disciplinary-specific concepts?</a:t>
            </a:r>
            <a:endParaRPr/>
          </a:p>
          <a:p>
            <a:pPr marL="914400" lvl="1" indent="-342900" algn="l" rtl="0">
              <a:spcBef>
                <a:spcPts val="0"/>
              </a:spcBef>
              <a:spcAft>
                <a:spcPts val="0"/>
              </a:spcAft>
              <a:buSzPts val="1800"/>
              <a:buChar char="𑇐"/>
            </a:pPr>
            <a:r>
              <a:rPr lang="en"/>
              <a:t>Centrality and outliers</a:t>
            </a:r>
            <a:endParaRPr/>
          </a:p>
          <a:p>
            <a:pPr marL="914400" lvl="1" indent="-342900" algn="l" rtl="0">
              <a:spcBef>
                <a:spcPts val="0"/>
              </a:spcBef>
              <a:spcAft>
                <a:spcPts val="0"/>
              </a:spcAft>
              <a:buSzPts val="1800"/>
              <a:buChar char="𑇐"/>
            </a:pPr>
            <a:r>
              <a:rPr lang="en"/>
              <a:t>Simple filters</a:t>
            </a:r>
            <a:endParaRPr/>
          </a:p>
        </p:txBody>
      </p:sp>
      <p:sp>
        <p:nvSpPr>
          <p:cNvPr id="366" name="Google Shape;366;p50"/>
          <p:cNvSpPr txBox="1"/>
          <p:nvPr/>
        </p:nvSpPr>
        <p:spPr>
          <a:xfrm>
            <a:off x="787850" y="2728900"/>
            <a:ext cx="5878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1"/>
          <p:cNvSpPr txBox="1">
            <a:spLocks noGrp="1"/>
          </p:cNvSpPr>
          <p:nvPr>
            <p:ph type="title"/>
          </p:nvPr>
        </p:nvSpPr>
        <p:spPr>
          <a:xfrm>
            <a:off x="457200" y="838200"/>
            <a:ext cx="8229600" cy="1428900"/>
          </a:xfrm>
          <a:prstGeom prst="rect">
            <a:avLst/>
          </a:prstGeom>
        </p:spPr>
        <p:txBody>
          <a:bodyPr spcFirstLastPara="1" wrap="square" lIns="0" tIns="0" rIns="0" bIns="45700" anchor="b" anchorCtr="0">
            <a:noAutofit/>
          </a:bodyPr>
          <a:lstStyle/>
          <a:p>
            <a:pPr marL="0" lvl="0" indent="0" algn="l" rtl="0">
              <a:spcBef>
                <a:spcPts val="0"/>
              </a:spcBef>
              <a:spcAft>
                <a:spcPts val="0"/>
              </a:spcAft>
              <a:buNone/>
            </a:pPr>
            <a:r>
              <a:rPr lang="en"/>
              <a:t>Bringing Data Literacy Into YOUR Humanities Classrooms</a:t>
            </a:r>
            <a:endParaRPr/>
          </a:p>
        </p:txBody>
      </p:sp>
      <p:sp>
        <p:nvSpPr>
          <p:cNvPr id="372" name="Google Shape;372;p51"/>
          <p:cNvSpPr txBox="1">
            <a:spLocks noGrp="1"/>
          </p:cNvSpPr>
          <p:nvPr>
            <p:ph type="subTitle" idx="1"/>
          </p:nvPr>
        </p:nvSpPr>
        <p:spPr>
          <a:xfrm>
            <a:off x="457200" y="2571749"/>
            <a:ext cx="6858000" cy="1283700"/>
          </a:xfrm>
          <a:prstGeom prst="rect">
            <a:avLst/>
          </a:prstGeom>
        </p:spPr>
        <p:txBody>
          <a:bodyPr spcFirstLastPara="1" wrap="square" lIns="45700" tIns="45700" rIns="91425" bIns="45700" anchor="t" anchorCtr="0">
            <a:noAutofit/>
          </a:bodyPr>
          <a:lstStyle/>
          <a:p>
            <a:pPr marL="0" lvl="0" indent="0" algn="l" rtl="0">
              <a:spcBef>
                <a:spcPts val="750"/>
              </a:spcBef>
              <a:spcAft>
                <a:spcPts val="0"/>
              </a:spcAft>
              <a:buNone/>
            </a:pPr>
            <a:r>
              <a:rPr lang="en"/>
              <a:t>The following slides are great for guiding you as you work with your students to combine humanities inquiry and data literacy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2"/>
          <p:cNvSpPr txBox="1"/>
          <p:nvPr/>
        </p:nvSpPr>
        <p:spPr>
          <a:xfrm>
            <a:off x="2993850" y="108775"/>
            <a:ext cx="3156300" cy="1090800"/>
          </a:xfrm>
          <a:prstGeom prst="rect">
            <a:avLst/>
          </a:prstGeom>
          <a:noFill/>
          <a:ln>
            <a:noFill/>
          </a:ln>
        </p:spPr>
        <p:txBody>
          <a:bodyPr spcFirstLastPara="1" wrap="square" lIns="97600" tIns="97600" rIns="97600" bIns="97600" anchor="t" anchorCtr="0">
            <a:spAutoFit/>
          </a:bodyPr>
          <a:lstStyle/>
          <a:p>
            <a:pPr marL="0" lvl="0" indent="0" algn="ctr" rtl="0">
              <a:lnSpc>
                <a:spcPct val="115000"/>
              </a:lnSpc>
              <a:spcBef>
                <a:spcPts val="0"/>
              </a:spcBef>
              <a:spcAft>
                <a:spcPts val="0"/>
              </a:spcAft>
              <a:buNone/>
            </a:pPr>
            <a:r>
              <a:rPr lang="en" sz="2348" b="1">
                <a:solidFill>
                  <a:schemeClr val="dk1"/>
                </a:solidFill>
                <a:latin typeface="Calibri"/>
                <a:ea typeface="Calibri"/>
                <a:cs typeface="Calibri"/>
                <a:sym typeface="Calibri"/>
              </a:rPr>
              <a:t>Data Inquiry </a:t>
            </a:r>
            <a:endParaRPr sz="2348" b="1">
              <a:solidFill>
                <a:schemeClr val="dk1"/>
              </a:solidFill>
              <a:latin typeface="Calibri"/>
              <a:ea typeface="Calibri"/>
              <a:cs typeface="Calibri"/>
              <a:sym typeface="Calibri"/>
            </a:endParaRPr>
          </a:p>
          <a:p>
            <a:pPr marL="0" lvl="0" indent="0" algn="ctr" rtl="0">
              <a:lnSpc>
                <a:spcPct val="80000"/>
              </a:lnSpc>
              <a:spcBef>
                <a:spcPts val="320"/>
              </a:spcBef>
              <a:spcAft>
                <a:spcPts val="0"/>
              </a:spcAft>
              <a:buNone/>
            </a:pPr>
            <a:r>
              <a:rPr lang="en" sz="2348" b="1">
                <a:solidFill>
                  <a:schemeClr val="dk1"/>
                </a:solidFill>
                <a:latin typeface="Calibri"/>
                <a:ea typeface="Calibri"/>
                <a:cs typeface="Calibri"/>
                <a:sym typeface="Calibri"/>
              </a:rPr>
              <a:t>Questions</a:t>
            </a:r>
            <a:endParaRPr sz="2348" b="1">
              <a:solidFill>
                <a:schemeClr val="dk1"/>
              </a:solidFill>
              <a:latin typeface="Calibri"/>
              <a:ea typeface="Calibri"/>
              <a:cs typeface="Calibri"/>
              <a:sym typeface="Calibri"/>
            </a:endParaRPr>
          </a:p>
          <a:p>
            <a:pPr marL="0" lvl="0" indent="0" algn="ctr" rtl="0">
              <a:lnSpc>
                <a:spcPct val="80000"/>
              </a:lnSpc>
              <a:spcBef>
                <a:spcPts val="0"/>
              </a:spcBef>
              <a:spcAft>
                <a:spcPts val="0"/>
              </a:spcAft>
              <a:buNone/>
            </a:pPr>
            <a:r>
              <a:rPr lang="en" sz="1200" b="1">
                <a:solidFill>
                  <a:schemeClr val="dk1"/>
                </a:solidFill>
                <a:latin typeface="Calibri"/>
                <a:ea typeface="Calibri"/>
                <a:cs typeface="Calibri"/>
                <a:sym typeface="Calibri"/>
              </a:rPr>
              <a:t>Bold = DH questions</a:t>
            </a:r>
            <a:endParaRPr sz="1200" b="1">
              <a:solidFill>
                <a:schemeClr val="dk1"/>
              </a:solidFill>
              <a:latin typeface="Calibri"/>
              <a:ea typeface="Calibri"/>
              <a:cs typeface="Calibri"/>
              <a:sym typeface="Calibri"/>
            </a:endParaRPr>
          </a:p>
        </p:txBody>
      </p:sp>
      <p:grpSp>
        <p:nvGrpSpPr>
          <p:cNvPr id="378" name="Google Shape;378;p52"/>
          <p:cNvGrpSpPr/>
          <p:nvPr/>
        </p:nvGrpSpPr>
        <p:grpSpPr>
          <a:xfrm>
            <a:off x="155094" y="108769"/>
            <a:ext cx="3047257" cy="2414568"/>
            <a:chOff x="1021850" y="721500"/>
            <a:chExt cx="2525700" cy="2001300"/>
          </a:xfrm>
        </p:grpSpPr>
        <p:sp>
          <p:nvSpPr>
            <p:cNvPr id="379" name="Google Shape;379;p52"/>
            <p:cNvSpPr/>
            <p:nvPr/>
          </p:nvSpPr>
          <p:spPr>
            <a:xfrm>
              <a:off x="1021850" y="843900"/>
              <a:ext cx="2525700" cy="1878900"/>
            </a:xfrm>
            <a:prstGeom prst="roundRect">
              <a:avLst>
                <a:gd name="adj" fmla="val 16667"/>
              </a:avLst>
            </a:prstGeom>
            <a:solidFill>
              <a:srgbClr val="FCE5CD"/>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Where does this data come from?</a:t>
              </a:r>
              <a:endParaRPr sz="965" b="1">
                <a:solidFill>
                  <a:schemeClr val="dk1"/>
                </a:solidFill>
                <a:latin typeface="Calibri"/>
                <a:ea typeface="Calibri"/>
                <a:cs typeface="Calibri"/>
                <a:sym typeface="Calibri"/>
              </a:endParaRPr>
            </a:p>
            <a:p>
              <a:pPr marL="661939" lvl="1"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Who created this, and what might they have been focused on? How does this change how we think about this data?</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How are </a:t>
              </a:r>
              <a:r>
                <a:rPr lang="en" sz="965" b="1" i="1">
                  <a:solidFill>
                    <a:schemeClr val="dk1"/>
                  </a:solidFill>
                  <a:latin typeface="Calibri"/>
                  <a:ea typeface="Calibri"/>
                  <a:cs typeface="Calibri"/>
                  <a:sym typeface="Calibri"/>
                </a:rPr>
                <a:t>we</a:t>
              </a:r>
              <a:r>
                <a:rPr lang="en" sz="965" b="1">
                  <a:solidFill>
                    <a:schemeClr val="dk1"/>
                  </a:solidFill>
                  <a:latin typeface="Calibri"/>
                  <a:ea typeface="Calibri"/>
                  <a:cs typeface="Calibri"/>
                  <a:sym typeface="Calibri"/>
                </a:rPr>
                <a:t> using this data and for what?</a:t>
              </a:r>
              <a:endParaRPr sz="965" b="1">
                <a:solidFill>
                  <a:schemeClr val="dk1"/>
                </a:solidFill>
                <a:latin typeface="Calibri"/>
                <a:ea typeface="Calibri"/>
                <a:cs typeface="Calibri"/>
                <a:sym typeface="Calibri"/>
              </a:endParaRPr>
            </a:p>
            <a:p>
              <a:pPr marL="661939" lvl="1"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Does that change how we should interpret it?</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Are there any “mistakes” in this data? What could you look for to determine this?</a:t>
              </a:r>
              <a:endParaRPr sz="1327" b="1">
                <a:latin typeface="Calibri"/>
                <a:ea typeface="Calibri"/>
                <a:cs typeface="Calibri"/>
                <a:sym typeface="Calibri"/>
              </a:endParaRPr>
            </a:p>
          </p:txBody>
        </p:sp>
        <p:sp>
          <p:nvSpPr>
            <p:cNvPr id="380" name="Google Shape;380;p52"/>
            <p:cNvSpPr/>
            <p:nvPr/>
          </p:nvSpPr>
          <p:spPr>
            <a:xfrm>
              <a:off x="1388029" y="721500"/>
              <a:ext cx="1793340" cy="291924"/>
            </a:xfrm>
            <a:prstGeom prst="flowChartTerminator">
              <a:avLst/>
            </a:prstGeom>
            <a:solidFill>
              <a:srgbClr val="FF9900"/>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0" lvl="0" indent="0" algn="ctr" rtl="0">
                <a:spcBef>
                  <a:spcPts val="0"/>
                </a:spcBef>
                <a:spcAft>
                  <a:spcPts val="0"/>
                </a:spcAft>
                <a:buNone/>
              </a:pPr>
              <a:r>
                <a:rPr lang="en" sz="1689" b="1">
                  <a:latin typeface="Calibri"/>
                  <a:ea typeface="Calibri"/>
                  <a:cs typeface="Calibri"/>
                  <a:sym typeface="Calibri"/>
                </a:rPr>
                <a:t>Ask</a:t>
              </a:r>
              <a:endParaRPr sz="1689" b="1">
                <a:latin typeface="Calibri"/>
                <a:ea typeface="Calibri"/>
                <a:cs typeface="Calibri"/>
                <a:sym typeface="Calibri"/>
              </a:endParaRPr>
            </a:p>
          </p:txBody>
        </p:sp>
      </p:grpSp>
      <p:grpSp>
        <p:nvGrpSpPr>
          <p:cNvPr id="381" name="Google Shape;381;p52"/>
          <p:cNvGrpSpPr/>
          <p:nvPr/>
        </p:nvGrpSpPr>
        <p:grpSpPr>
          <a:xfrm>
            <a:off x="141453" y="2633918"/>
            <a:ext cx="3047257" cy="2414497"/>
            <a:chOff x="1021855" y="2817050"/>
            <a:chExt cx="2525700" cy="2051399"/>
          </a:xfrm>
        </p:grpSpPr>
        <p:sp>
          <p:nvSpPr>
            <p:cNvPr id="382" name="Google Shape;382;p52"/>
            <p:cNvSpPr/>
            <p:nvPr/>
          </p:nvSpPr>
          <p:spPr>
            <a:xfrm>
              <a:off x="1021855" y="2939449"/>
              <a:ext cx="2525700" cy="1929000"/>
            </a:xfrm>
            <a:prstGeom prst="roundRect">
              <a:avLst>
                <a:gd name="adj" fmla="val 16667"/>
              </a:avLst>
            </a:prstGeom>
            <a:solidFill>
              <a:srgbClr val="D9EAD3"/>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Nodes: Which nodes are the largest? Which are the smallest? </a:t>
              </a:r>
              <a:r>
                <a:rPr lang="en" sz="965" b="1">
                  <a:solidFill>
                    <a:schemeClr val="dk1"/>
                  </a:solidFill>
                  <a:latin typeface="Calibri"/>
                  <a:ea typeface="Calibri"/>
                  <a:cs typeface="Calibri"/>
                  <a:sym typeface="Calibri"/>
                </a:rPr>
                <a:t>What does this mean?</a:t>
              </a:r>
              <a:r>
                <a:rPr lang="en" sz="965">
                  <a:solidFill>
                    <a:schemeClr val="dk1"/>
                  </a:solidFill>
                  <a:latin typeface="Calibri"/>
                  <a:ea typeface="Calibri"/>
                  <a:cs typeface="Calibri"/>
                  <a:sym typeface="Calibri"/>
                </a:rPr>
                <a:t> </a:t>
              </a: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Edges: Which edges are the thickest? What kind of connections are different edges? Are there any nodes without edges? </a:t>
              </a:r>
              <a:r>
                <a:rPr lang="en" sz="965" b="1">
                  <a:solidFill>
                    <a:schemeClr val="dk1"/>
                  </a:solidFill>
                  <a:latin typeface="Calibri"/>
                  <a:ea typeface="Calibri"/>
                  <a:cs typeface="Calibri"/>
                  <a:sym typeface="Calibri"/>
                </a:rPr>
                <a:t>What do these mean?</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Colors: What colors are the largest nodes? What does that color represent in this network? What other color nodes do we notice? </a:t>
              </a:r>
              <a:r>
                <a:rPr lang="en" sz="965" b="1">
                  <a:solidFill>
                    <a:schemeClr val="dk1"/>
                  </a:solidFill>
                  <a:latin typeface="Calibri"/>
                  <a:ea typeface="Calibri"/>
                  <a:cs typeface="Calibri"/>
                  <a:sym typeface="Calibri"/>
                </a:rPr>
                <a:t>What do those colors represent in this network?</a:t>
              </a:r>
              <a:endParaRPr sz="965" b="1">
                <a:solidFill>
                  <a:schemeClr val="dk1"/>
                </a:solidFill>
                <a:latin typeface="Calibri"/>
                <a:ea typeface="Calibri"/>
                <a:cs typeface="Calibri"/>
                <a:sym typeface="Calibri"/>
              </a:endParaRPr>
            </a:p>
          </p:txBody>
        </p:sp>
        <p:sp>
          <p:nvSpPr>
            <p:cNvPr id="383" name="Google Shape;383;p52"/>
            <p:cNvSpPr/>
            <p:nvPr/>
          </p:nvSpPr>
          <p:spPr>
            <a:xfrm>
              <a:off x="1388029" y="2817050"/>
              <a:ext cx="1793340" cy="291924"/>
            </a:xfrm>
            <a:prstGeom prst="flowChartTerminator">
              <a:avLst/>
            </a:prstGeom>
            <a:solidFill>
              <a:srgbClr val="93C47D"/>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0" lvl="0" indent="0" algn="ctr" rtl="0">
                <a:spcBef>
                  <a:spcPts val="0"/>
                </a:spcBef>
                <a:spcAft>
                  <a:spcPts val="0"/>
                </a:spcAft>
                <a:buNone/>
              </a:pPr>
              <a:r>
                <a:rPr lang="en" sz="1689" b="1">
                  <a:latin typeface="Calibri"/>
                  <a:ea typeface="Calibri"/>
                  <a:cs typeface="Calibri"/>
                  <a:sym typeface="Calibri"/>
                </a:rPr>
                <a:t>Observe</a:t>
              </a:r>
              <a:endParaRPr sz="1689" b="1">
                <a:latin typeface="Calibri"/>
                <a:ea typeface="Calibri"/>
                <a:cs typeface="Calibri"/>
                <a:sym typeface="Calibri"/>
              </a:endParaRPr>
            </a:p>
          </p:txBody>
        </p:sp>
      </p:grpSp>
      <p:grpSp>
        <p:nvGrpSpPr>
          <p:cNvPr id="384" name="Google Shape;384;p52"/>
          <p:cNvGrpSpPr/>
          <p:nvPr/>
        </p:nvGrpSpPr>
        <p:grpSpPr>
          <a:xfrm>
            <a:off x="5909493" y="108786"/>
            <a:ext cx="3047257" cy="2859767"/>
            <a:chOff x="6019950" y="416700"/>
            <a:chExt cx="2525700" cy="2370300"/>
          </a:xfrm>
        </p:grpSpPr>
        <p:sp>
          <p:nvSpPr>
            <p:cNvPr id="385" name="Google Shape;385;p52"/>
            <p:cNvSpPr/>
            <p:nvPr/>
          </p:nvSpPr>
          <p:spPr>
            <a:xfrm>
              <a:off x="6019950" y="539100"/>
              <a:ext cx="2525700" cy="2247900"/>
            </a:xfrm>
            <a:prstGeom prst="roundRect">
              <a:avLst>
                <a:gd name="adj" fmla="val 16667"/>
              </a:avLst>
            </a:prstGeom>
            <a:solidFill>
              <a:srgbClr val="D9D2E9"/>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Click on table view: What kinds of information shows in the table that didn’t show in the network? Scroll through the table. </a:t>
              </a:r>
              <a:r>
                <a:rPr lang="en" sz="965" b="1">
                  <a:solidFill>
                    <a:schemeClr val="dk1"/>
                  </a:solidFill>
                  <a:latin typeface="Calibri"/>
                  <a:ea typeface="Calibri"/>
                  <a:cs typeface="Calibri"/>
                  <a:sym typeface="Calibri"/>
                </a:rPr>
                <a:t>What new questions do you have after looking at the table?</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Click on each column. How does this help us learn more about the data in the network?</a:t>
              </a: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Click on filter or focus: What can you learn by filtering or focusing the data? How does this help us manage the data in the network?</a:t>
              </a: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How do the different ways of looking at the data change what we see?</a:t>
              </a:r>
              <a:endParaRPr sz="965" b="1">
                <a:solidFill>
                  <a:schemeClr val="dk1"/>
                </a:solidFill>
                <a:latin typeface="Calibri"/>
                <a:ea typeface="Calibri"/>
                <a:cs typeface="Calibri"/>
                <a:sym typeface="Calibri"/>
              </a:endParaRPr>
            </a:p>
          </p:txBody>
        </p:sp>
        <p:sp>
          <p:nvSpPr>
            <p:cNvPr id="386" name="Google Shape;386;p52"/>
            <p:cNvSpPr/>
            <p:nvPr/>
          </p:nvSpPr>
          <p:spPr>
            <a:xfrm>
              <a:off x="6386129" y="416700"/>
              <a:ext cx="1793340" cy="291924"/>
            </a:xfrm>
            <a:prstGeom prst="flowChartTerminator">
              <a:avLst/>
            </a:prstGeom>
            <a:solidFill>
              <a:srgbClr val="8E7CC3"/>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0" lvl="0" indent="0" algn="ctr" rtl="0">
                <a:spcBef>
                  <a:spcPts val="0"/>
                </a:spcBef>
                <a:spcAft>
                  <a:spcPts val="0"/>
                </a:spcAft>
                <a:buNone/>
              </a:pPr>
              <a:r>
                <a:rPr lang="en" sz="1689" b="1">
                  <a:latin typeface="Calibri"/>
                  <a:ea typeface="Calibri"/>
                  <a:cs typeface="Calibri"/>
                  <a:sym typeface="Calibri"/>
                </a:rPr>
                <a:t>Manage</a:t>
              </a:r>
              <a:endParaRPr sz="1689" b="1">
                <a:latin typeface="Calibri"/>
                <a:ea typeface="Calibri"/>
                <a:cs typeface="Calibri"/>
                <a:sym typeface="Calibri"/>
              </a:endParaRPr>
            </a:p>
          </p:txBody>
        </p:sp>
      </p:grpSp>
      <p:grpSp>
        <p:nvGrpSpPr>
          <p:cNvPr id="387" name="Google Shape;387;p52"/>
          <p:cNvGrpSpPr/>
          <p:nvPr/>
        </p:nvGrpSpPr>
        <p:grpSpPr>
          <a:xfrm>
            <a:off x="5941642" y="3093109"/>
            <a:ext cx="3047257" cy="1955308"/>
            <a:chOff x="6046600" y="2802900"/>
            <a:chExt cx="2525700" cy="1603500"/>
          </a:xfrm>
        </p:grpSpPr>
        <p:sp>
          <p:nvSpPr>
            <p:cNvPr id="388" name="Google Shape;388;p52"/>
            <p:cNvSpPr/>
            <p:nvPr/>
          </p:nvSpPr>
          <p:spPr>
            <a:xfrm>
              <a:off x="6046600" y="2925300"/>
              <a:ext cx="2525700" cy="1481100"/>
            </a:xfrm>
            <a:prstGeom prst="roundRect">
              <a:avLst>
                <a:gd name="adj" fmla="val 16667"/>
              </a:avLst>
            </a:prstGeom>
            <a:solidFill>
              <a:srgbClr val="EAD1DC"/>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What patterns do we see in our data as a whole?</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How does the network help us see patterns that we couldn’t see in a piece of text or other information source?</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What connections do we see between us, content, and each other?</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b="1">
                  <a:solidFill>
                    <a:schemeClr val="dk1"/>
                  </a:solidFill>
                  <a:latin typeface="Calibri"/>
                  <a:ea typeface="Calibri"/>
                  <a:cs typeface="Calibri"/>
                  <a:sym typeface="Calibri"/>
                </a:rPr>
                <a:t>What does this experience tell us about the humanities?</a:t>
              </a:r>
              <a:endParaRPr sz="965" b="1">
                <a:solidFill>
                  <a:schemeClr val="dk1"/>
                </a:solidFill>
                <a:latin typeface="Calibri"/>
                <a:ea typeface="Calibri"/>
                <a:cs typeface="Calibri"/>
                <a:sym typeface="Calibri"/>
              </a:endParaRPr>
            </a:p>
          </p:txBody>
        </p:sp>
        <p:sp>
          <p:nvSpPr>
            <p:cNvPr id="389" name="Google Shape;389;p52"/>
            <p:cNvSpPr/>
            <p:nvPr/>
          </p:nvSpPr>
          <p:spPr>
            <a:xfrm>
              <a:off x="6412779" y="2802900"/>
              <a:ext cx="1793340" cy="291924"/>
            </a:xfrm>
            <a:prstGeom prst="flowChartTerminator">
              <a:avLst/>
            </a:prstGeom>
            <a:solidFill>
              <a:srgbClr val="C27BA0"/>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0" lvl="0" indent="0" algn="ctr" rtl="0">
                <a:spcBef>
                  <a:spcPts val="0"/>
                </a:spcBef>
                <a:spcAft>
                  <a:spcPts val="0"/>
                </a:spcAft>
                <a:buNone/>
              </a:pPr>
              <a:r>
                <a:rPr lang="en" sz="1689" b="1">
                  <a:latin typeface="Calibri"/>
                  <a:ea typeface="Calibri"/>
                  <a:cs typeface="Calibri"/>
                  <a:sym typeface="Calibri"/>
                </a:rPr>
                <a:t>Synthesize</a:t>
              </a:r>
              <a:endParaRPr sz="1689" b="1">
                <a:latin typeface="Calibri"/>
                <a:ea typeface="Calibri"/>
                <a:cs typeface="Calibri"/>
                <a:sym typeface="Calibri"/>
              </a:endParaRPr>
            </a:p>
          </p:txBody>
        </p:sp>
      </p:grpSp>
      <p:grpSp>
        <p:nvGrpSpPr>
          <p:cNvPr id="390" name="Google Shape;390;p52"/>
          <p:cNvGrpSpPr/>
          <p:nvPr/>
        </p:nvGrpSpPr>
        <p:grpSpPr>
          <a:xfrm>
            <a:off x="3046319" y="1302644"/>
            <a:ext cx="3047257" cy="2414568"/>
            <a:chOff x="3520900" y="1778550"/>
            <a:chExt cx="2525700" cy="2001300"/>
          </a:xfrm>
        </p:grpSpPr>
        <p:sp>
          <p:nvSpPr>
            <p:cNvPr id="391" name="Google Shape;391;p52"/>
            <p:cNvSpPr/>
            <p:nvPr/>
          </p:nvSpPr>
          <p:spPr>
            <a:xfrm>
              <a:off x="3520900" y="1900950"/>
              <a:ext cx="2525700" cy="1878900"/>
            </a:xfrm>
            <a:prstGeom prst="roundRect">
              <a:avLst>
                <a:gd name="adj" fmla="val 16667"/>
              </a:avLst>
            </a:prstGeom>
            <a:solidFill>
              <a:srgbClr val="C9DAF8"/>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551615" lvl="0" indent="0" algn="l" rtl="0">
                <a:lnSpc>
                  <a:spcPct val="115000"/>
                </a:lnSpc>
                <a:spcBef>
                  <a:spcPts val="0"/>
                </a:spcBef>
                <a:spcAft>
                  <a:spcPts val="0"/>
                </a:spcAft>
                <a:buNone/>
              </a:pP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Nodes: What happens as we drag a node away? What other nodes follow? Which don’t move?</a:t>
              </a:r>
              <a:endParaRPr sz="965">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Edges: Do the edges change as we drag a node away? </a:t>
              </a:r>
              <a:r>
                <a:rPr lang="en" sz="965" b="1">
                  <a:solidFill>
                    <a:schemeClr val="dk1"/>
                  </a:solidFill>
                  <a:latin typeface="Calibri"/>
                  <a:ea typeface="Calibri"/>
                  <a:cs typeface="Calibri"/>
                  <a:sym typeface="Calibri"/>
                </a:rPr>
                <a:t>Why or why not?</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Nodes: Click on a node. </a:t>
              </a:r>
              <a:r>
                <a:rPr lang="en" sz="965" b="1">
                  <a:solidFill>
                    <a:schemeClr val="dk1"/>
                  </a:solidFill>
                  <a:latin typeface="Calibri"/>
                  <a:ea typeface="Calibri"/>
                  <a:cs typeface="Calibri"/>
                  <a:sym typeface="Calibri"/>
                </a:rPr>
                <a:t>What can you learn about this node?</a:t>
              </a:r>
              <a:endParaRPr sz="965" b="1">
                <a:solidFill>
                  <a:schemeClr val="dk1"/>
                </a:solidFill>
                <a:latin typeface="Calibri"/>
                <a:ea typeface="Calibri"/>
                <a:cs typeface="Calibri"/>
                <a:sym typeface="Calibri"/>
              </a:endParaRPr>
            </a:p>
            <a:p>
              <a:pPr marL="330969" lvl="0" indent="-226775" algn="l" rtl="0">
                <a:lnSpc>
                  <a:spcPct val="115000"/>
                </a:lnSpc>
                <a:spcBef>
                  <a:spcPts val="0"/>
                </a:spcBef>
                <a:spcAft>
                  <a:spcPts val="0"/>
                </a:spcAft>
                <a:buClr>
                  <a:schemeClr val="dk1"/>
                </a:buClr>
                <a:buSzPts val="965"/>
                <a:buFont typeface="Calibri"/>
                <a:buChar char="➔"/>
              </a:pPr>
              <a:r>
                <a:rPr lang="en" sz="965">
                  <a:solidFill>
                    <a:schemeClr val="dk1"/>
                  </a:solidFill>
                  <a:latin typeface="Calibri"/>
                  <a:ea typeface="Calibri"/>
                  <a:cs typeface="Calibri"/>
                  <a:sym typeface="Calibri"/>
                </a:rPr>
                <a:t>Edges: </a:t>
              </a:r>
              <a:r>
                <a:rPr lang="en" sz="965" b="1">
                  <a:solidFill>
                    <a:schemeClr val="dk1"/>
                  </a:solidFill>
                  <a:latin typeface="Calibri"/>
                  <a:ea typeface="Calibri"/>
                  <a:cs typeface="Calibri"/>
                  <a:sym typeface="Calibri"/>
                </a:rPr>
                <a:t>Is there information about each edge? </a:t>
              </a:r>
              <a:r>
                <a:rPr lang="en" sz="965">
                  <a:solidFill>
                    <a:schemeClr val="dk1"/>
                  </a:solidFill>
                  <a:latin typeface="Calibri"/>
                  <a:ea typeface="Calibri"/>
                  <a:cs typeface="Calibri"/>
                  <a:sym typeface="Calibri"/>
                </a:rPr>
                <a:t>What can we learn?</a:t>
              </a:r>
              <a:endParaRPr sz="965">
                <a:solidFill>
                  <a:schemeClr val="dk1"/>
                </a:solidFill>
                <a:latin typeface="Calibri"/>
                <a:ea typeface="Calibri"/>
                <a:cs typeface="Calibri"/>
                <a:sym typeface="Calibri"/>
              </a:endParaRPr>
            </a:p>
          </p:txBody>
        </p:sp>
        <p:sp>
          <p:nvSpPr>
            <p:cNvPr id="392" name="Google Shape;392;p52"/>
            <p:cNvSpPr/>
            <p:nvPr/>
          </p:nvSpPr>
          <p:spPr>
            <a:xfrm>
              <a:off x="3888778" y="1778550"/>
              <a:ext cx="1793340" cy="291924"/>
            </a:xfrm>
            <a:prstGeom prst="flowChartTerminator">
              <a:avLst/>
            </a:prstGeom>
            <a:solidFill>
              <a:srgbClr val="4A86E8"/>
            </a:solidFill>
            <a:ln w="11500" cap="flat" cmpd="sng">
              <a:solidFill>
                <a:schemeClr val="dk2"/>
              </a:solidFill>
              <a:prstDash val="solid"/>
              <a:round/>
              <a:headEnd type="none" w="sm" len="sm"/>
              <a:tailEnd type="none" w="sm" len="sm"/>
            </a:ln>
          </p:spPr>
          <p:txBody>
            <a:bodyPr spcFirstLastPara="1" wrap="square" lIns="110300" tIns="110300" rIns="110300" bIns="110300" anchor="ctr" anchorCtr="0">
              <a:noAutofit/>
            </a:bodyPr>
            <a:lstStyle/>
            <a:p>
              <a:pPr marL="0" lvl="0" indent="0" algn="ctr" rtl="0">
                <a:spcBef>
                  <a:spcPts val="0"/>
                </a:spcBef>
                <a:spcAft>
                  <a:spcPts val="0"/>
                </a:spcAft>
                <a:buNone/>
              </a:pPr>
              <a:r>
                <a:rPr lang="en" sz="1689" b="1">
                  <a:latin typeface="Calibri"/>
                  <a:ea typeface="Calibri"/>
                  <a:cs typeface="Calibri"/>
                  <a:sym typeface="Calibri"/>
                </a:rPr>
                <a:t>Play</a:t>
              </a:r>
              <a:endParaRPr sz="1689" b="1">
                <a:latin typeface="Calibri"/>
                <a:ea typeface="Calibri"/>
                <a:cs typeface="Calibri"/>
                <a:sym typeface="Calibri"/>
              </a:endParaRPr>
            </a:p>
          </p:txBody>
        </p:sp>
      </p:grpSp>
      <p:sp>
        <p:nvSpPr>
          <p:cNvPr id="393" name="Google Shape;393;p52"/>
          <p:cNvSpPr/>
          <p:nvPr/>
        </p:nvSpPr>
        <p:spPr>
          <a:xfrm>
            <a:off x="3326325" y="3857425"/>
            <a:ext cx="2477700" cy="1191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700" i="1">
                <a:solidFill>
                  <a:schemeClr val="dk1"/>
                </a:solidFill>
                <a:latin typeface="Calibri"/>
                <a:ea typeface="Calibri"/>
                <a:cs typeface="Calibri"/>
                <a:sym typeface="Calibri"/>
              </a:rPr>
              <a:t>Data is information that was collected and organized for a reason. When we interpret data we should be mindful that the way the data was collected, organized, and presented can change how we might interpret it. While data is often associated with math &amp; science, it can also be used to make sense of patterns in literature, history, really any subject!</a:t>
            </a:r>
            <a:endParaRPr sz="700" i="1">
              <a:solidFill>
                <a:schemeClr val="dk1"/>
              </a:solidFill>
              <a:latin typeface="Calibri"/>
              <a:ea typeface="Calibri"/>
              <a:cs typeface="Calibri"/>
              <a:sym typeface="Calibri"/>
            </a:endParaRPr>
          </a:p>
          <a:p>
            <a:pPr marL="0" lvl="0" indent="0" algn="ctr" rtl="0">
              <a:lnSpc>
                <a:spcPct val="115000"/>
              </a:lnSpc>
              <a:spcBef>
                <a:spcPts val="0"/>
              </a:spcBef>
              <a:spcAft>
                <a:spcPts val="0"/>
              </a:spcAft>
              <a:buClr>
                <a:schemeClr val="dk1"/>
              </a:buClr>
              <a:buSzPts val="1100"/>
              <a:buFont typeface="Arial"/>
              <a:buNone/>
            </a:pPr>
            <a:r>
              <a:rPr lang="en" sz="700" i="1">
                <a:solidFill>
                  <a:schemeClr val="dk1"/>
                </a:solidFill>
                <a:latin typeface="Calibri"/>
                <a:ea typeface="Calibri"/>
                <a:cs typeface="Calibri"/>
                <a:sym typeface="Calibri"/>
              </a:rPr>
              <a:t>These questions help to guide our data inquiry and can be asked in any order. All questions are important.</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3"/>
          <p:cNvSpPr txBox="1">
            <a:spLocks noGrp="1"/>
          </p:cNvSpPr>
          <p:nvPr>
            <p:ph type="title"/>
          </p:nvPr>
        </p:nvSpPr>
        <p:spPr>
          <a:xfrm>
            <a:off x="457200" y="276750"/>
            <a:ext cx="8229600" cy="575700"/>
          </a:xfrm>
          <a:prstGeom prst="rect">
            <a:avLst/>
          </a:prstGeom>
        </p:spPr>
        <p:txBody>
          <a:bodyPr spcFirstLastPara="1" wrap="square" lIns="0" tIns="0" rIns="0" bIns="45700" anchor="t" anchorCtr="0">
            <a:noAutofit/>
          </a:bodyPr>
          <a:lstStyle/>
          <a:p>
            <a:pPr marL="0" lvl="0" indent="0" algn="l" rtl="0">
              <a:spcBef>
                <a:spcPts val="0"/>
              </a:spcBef>
              <a:spcAft>
                <a:spcPts val="0"/>
              </a:spcAft>
              <a:buNone/>
            </a:pPr>
            <a:r>
              <a:rPr lang="en"/>
              <a:t>Putting Good Data Questions into Net.Create</a:t>
            </a:r>
            <a:endParaRPr/>
          </a:p>
        </p:txBody>
      </p:sp>
      <p:sp>
        <p:nvSpPr>
          <p:cNvPr id="399" name="Google Shape;399;p53"/>
          <p:cNvSpPr txBox="1">
            <a:spLocks noGrp="1"/>
          </p:cNvSpPr>
          <p:nvPr>
            <p:ph type="body" idx="2"/>
          </p:nvPr>
        </p:nvSpPr>
        <p:spPr>
          <a:xfrm>
            <a:off x="4701600" y="852225"/>
            <a:ext cx="3985200" cy="3777600"/>
          </a:xfrm>
          <a:prstGeom prst="rect">
            <a:avLst/>
          </a:prstGeom>
        </p:spPr>
        <p:txBody>
          <a:bodyPr spcFirstLastPara="1" wrap="square" lIns="0" tIns="0" rIns="0" bIns="45700" anchor="t" anchorCtr="0">
            <a:noAutofit/>
          </a:bodyPr>
          <a:lstStyle/>
          <a:p>
            <a:pPr marL="457200" lvl="0" indent="0" algn="l" rtl="0">
              <a:lnSpc>
                <a:spcPct val="115000"/>
              </a:lnSpc>
              <a:spcBef>
                <a:spcPts val="0"/>
              </a:spcBef>
              <a:spcAft>
                <a:spcPts val="1200"/>
              </a:spcAft>
              <a:buNone/>
            </a:pPr>
            <a:r>
              <a:rPr lang="en" sz="1400">
                <a:solidFill>
                  <a:srgbClr val="595959"/>
                </a:solidFill>
                <a:latin typeface="Arial"/>
                <a:ea typeface="Arial"/>
                <a:cs typeface="Arial"/>
                <a:sym typeface="Arial"/>
              </a:rPr>
              <a:t>How are we interpreting and revising the data?</a:t>
            </a:r>
            <a:endParaRPr/>
          </a:p>
        </p:txBody>
      </p:sp>
      <p:sp>
        <p:nvSpPr>
          <p:cNvPr id="400" name="Google Shape;400;p53"/>
          <p:cNvSpPr txBox="1">
            <a:spLocks noGrp="1"/>
          </p:cNvSpPr>
          <p:nvPr>
            <p:ph type="body" idx="1"/>
          </p:nvPr>
        </p:nvSpPr>
        <p:spPr>
          <a:xfrm>
            <a:off x="442800" y="852450"/>
            <a:ext cx="3985200" cy="3777600"/>
          </a:xfrm>
          <a:prstGeom prst="rect">
            <a:avLst/>
          </a:prstGeom>
        </p:spPr>
        <p:txBody>
          <a:bodyPr spcFirstLastPara="1" wrap="square" lIns="0" tIns="0" rIns="0" bIns="45700" anchor="t" anchorCtr="0">
            <a:noAutofit/>
          </a:bodyPr>
          <a:lstStyle/>
          <a:p>
            <a:pPr marL="0" lvl="0" indent="0" algn="l" rtl="0">
              <a:lnSpc>
                <a:spcPct val="115000"/>
              </a:lnSpc>
              <a:spcBef>
                <a:spcPts val="0"/>
              </a:spcBef>
              <a:spcAft>
                <a:spcPts val="1200"/>
              </a:spcAft>
              <a:buNone/>
            </a:pPr>
            <a:r>
              <a:rPr lang="en" sz="1400">
                <a:solidFill>
                  <a:srgbClr val="595959"/>
                </a:solidFill>
                <a:latin typeface="Arial"/>
                <a:ea typeface="Arial"/>
                <a:cs typeface="Arial"/>
                <a:sym typeface="Arial"/>
              </a:rPr>
              <a:t>Where did this come from?</a:t>
            </a:r>
            <a:endParaRPr/>
          </a:p>
        </p:txBody>
      </p:sp>
      <p:pic>
        <p:nvPicPr>
          <p:cNvPr id="401" name="Google Shape;401;p53" title="Screenshot 2025-10-21 at 5.28.36 PM.png"/>
          <p:cNvPicPr preferRelativeResize="0"/>
          <p:nvPr/>
        </p:nvPicPr>
        <p:blipFill>
          <a:blip r:embed="rId3">
            <a:alphaModFix/>
          </a:blip>
          <a:stretch>
            <a:fillRect/>
          </a:stretch>
        </p:blipFill>
        <p:spPr>
          <a:xfrm>
            <a:off x="442803" y="1327950"/>
            <a:ext cx="3402776" cy="3253676"/>
          </a:xfrm>
          <a:prstGeom prst="rect">
            <a:avLst/>
          </a:prstGeom>
          <a:noFill/>
          <a:ln>
            <a:noFill/>
          </a:ln>
        </p:spPr>
      </p:pic>
      <p:sp>
        <p:nvSpPr>
          <p:cNvPr id="402" name="Google Shape;402;p53"/>
          <p:cNvSpPr/>
          <p:nvPr/>
        </p:nvSpPr>
        <p:spPr>
          <a:xfrm>
            <a:off x="2449275" y="1916200"/>
            <a:ext cx="1368600" cy="5259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403" name="Google Shape;403;p53" title="Screenshot 2025-10-21 at 5.29.34 PM.png"/>
          <p:cNvPicPr preferRelativeResize="0"/>
          <p:nvPr/>
        </p:nvPicPr>
        <p:blipFill>
          <a:blip r:embed="rId4">
            <a:alphaModFix/>
          </a:blip>
          <a:stretch>
            <a:fillRect/>
          </a:stretch>
        </p:blipFill>
        <p:spPr>
          <a:xfrm>
            <a:off x="4732900" y="1327955"/>
            <a:ext cx="4355875" cy="1986525"/>
          </a:xfrm>
          <a:prstGeom prst="rect">
            <a:avLst/>
          </a:prstGeom>
          <a:noFill/>
          <a:ln>
            <a:noFill/>
          </a:ln>
        </p:spPr>
      </p:pic>
      <p:pic>
        <p:nvPicPr>
          <p:cNvPr id="404" name="Google Shape;404;p53" title="Screenshot 2025-10-21 at 5.29.45 PM.png"/>
          <p:cNvPicPr preferRelativeResize="0"/>
          <p:nvPr/>
        </p:nvPicPr>
        <p:blipFill>
          <a:blip r:embed="rId5">
            <a:alphaModFix/>
          </a:blip>
          <a:stretch>
            <a:fillRect/>
          </a:stretch>
        </p:blipFill>
        <p:spPr>
          <a:xfrm>
            <a:off x="4311722" y="2377250"/>
            <a:ext cx="4832276" cy="3429000"/>
          </a:xfrm>
          <a:prstGeom prst="rect">
            <a:avLst/>
          </a:prstGeom>
          <a:noFill/>
          <a:ln>
            <a:noFill/>
          </a:ln>
        </p:spPr>
      </p:pic>
      <p:sp>
        <p:nvSpPr>
          <p:cNvPr id="405" name="Google Shape;405;p53"/>
          <p:cNvSpPr/>
          <p:nvPr/>
        </p:nvSpPr>
        <p:spPr>
          <a:xfrm>
            <a:off x="6043950" y="1327950"/>
            <a:ext cx="403500" cy="3675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6" name="Google Shape;406;p53"/>
          <p:cNvSpPr/>
          <p:nvPr/>
        </p:nvSpPr>
        <p:spPr>
          <a:xfrm>
            <a:off x="5186675" y="3100775"/>
            <a:ext cx="2103600" cy="575700"/>
          </a:xfrm>
          <a:prstGeom prst="ellipse">
            <a:avLst/>
          </a:prstGeom>
          <a:noFill/>
          <a:ln w="762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676767"/>
      </a:dk1>
      <a:lt1>
        <a:srgbClr val="FFFFFF"/>
      </a:lt1>
      <a:dk2>
        <a:srgbClr val="333333"/>
      </a:dk2>
      <a:lt2>
        <a:srgbClr val="E7E6E6"/>
      </a:lt2>
      <a:accent1>
        <a:srgbClr val="4A98D0"/>
      </a:accent1>
      <a:accent2>
        <a:srgbClr val="A6CE4C"/>
      </a:accent2>
      <a:accent3>
        <a:srgbClr val="D72C44"/>
      </a:accent3>
      <a:accent4>
        <a:srgbClr val="EE9134"/>
      </a:accent4>
      <a:accent5>
        <a:srgbClr val="8A3592"/>
      </a:accent5>
      <a:accent6>
        <a:srgbClr val="52B8A0"/>
      </a:accent6>
      <a:hlink>
        <a:srgbClr val="4A90D0"/>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877</Words>
  <Application>Microsoft Macintosh PowerPoint</Application>
  <PresentationFormat>On-screen Show (16:9)</PresentationFormat>
  <Paragraphs>107</Paragraphs>
  <Slides>8</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Libre Franklin Medium</vt:lpstr>
      <vt:lpstr>Libre Franklin Black</vt:lpstr>
      <vt:lpstr>Open Sans</vt:lpstr>
      <vt:lpstr>Arial</vt:lpstr>
      <vt:lpstr>Podkova ExtraBold</vt:lpstr>
      <vt:lpstr>Calibri</vt:lpstr>
      <vt:lpstr>Open Sans Medium</vt:lpstr>
      <vt:lpstr>Office Theme</vt:lpstr>
      <vt:lpstr>Simple Light</vt:lpstr>
      <vt:lpstr>Networks as Humanities Data</vt:lpstr>
      <vt:lpstr>What is network analysis? Lots of one-on-one interactions grouped together</vt:lpstr>
      <vt:lpstr>Can I track other stuff about an interaction? Anything we want. A node or edge can have many “attributes”.</vt:lpstr>
      <vt:lpstr>What can we learn from networks?</vt:lpstr>
      <vt:lpstr>Students’ Interest Network</vt:lpstr>
      <vt:lpstr>Bringing Data Literacy Into YOUR Humanities Classrooms</vt:lpstr>
      <vt:lpstr>PowerPoint Presentation</vt:lpstr>
      <vt:lpstr>Putting Good Data Questions into Net.Create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Craig, Kalani</cp:lastModifiedBy>
  <cp:revision>1</cp:revision>
  <dcterms:modified xsi:type="dcterms:W3CDTF">2025-11-17T16:34:42Z</dcterms:modified>
</cp:coreProperties>
</file>